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15"/>
  </p:notesMasterIdLst>
  <p:sldIdLst>
    <p:sldId id="260" r:id="rId2"/>
    <p:sldId id="296" r:id="rId3"/>
    <p:sldId id="287" r:id="rId4"/>
    <p:sldId id="269" r:id="rId5"/>
    <p:sldId id="283" r:id="rId6"/>
    <p:sldId id="261" r:id="rId7"/>
    <p:sldId id="263" r:id="rId8"/>
    <p:sldId id="286" r:id="rId9"/>
    <p:sldId id="262" r:id="rId10"/>
    <p:sldId id="267" r:id="rId11"/>
    <p:sldId id="280" r:id="rId12"/>
    <p:sldId id="278" r:id="rId13"/>
    <p:sldId id="282"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9F9"/>
    <a:srgbClr val="FF6C00"/>
    <a:srgbClr val="3AD4AA"/>
    <a:srgbClr val="2A4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80"/>
    <p:restoredTop sz="94635"/>
  </p:normalViewPr>
  <p:slideViewPr>
    <p:cSldViewPr snapToGrid="0" showGuides="1">
      <p:cViewPr>
        <p:scale>
          <a:sx n="131" d="100"/>
          <a:sy n="131" d="100"/>
        </p:scale>
        <p:origin x="-208" y="720"/>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村田　匡輝（豊田高専）" userId="0f6e8962-29cf-4010-9503-85933b69c850" providerId="ADAL" clId="{8D2ACAC7-9789-4C26-8E10-E0D08F7A9076}"/>
    <pc:docChg chg="undo custSel addSld delSld modSld addMainMaster delMainMaster">
      <pc:chgData name="村田　匡輝（豊田高専）" userId="0f6e8962-29cf-4010-9503-85933b69c850" providerId="ADAL" clId="{8D2ACAC7-9789-4C26-8E10-E0D08F7A9076}" dt="2025-03-21T02:44:47.292" v="5785" actId="113"/>
      <pc:docMkLst>
        <pc:docMk/>
      </pc:docMkLst>
      <pc:sldChg chg="addSp delSp modSp mod setBg modClrScheme setClrOvrMap chgLayout">
        <pc:chgData name="村田　匡輝（豊田高専）" userId="0f6e8962-29cf-4010-9503-85933b69c850" providerId="ADAL" clId="{8D2ACAC7-9789-4C26-8E10-E0D08F7A9076}" dt="2025-03-05T07:51:00.429" v="105" actId="26606"/>
        <pc:sldMkLst>
          <pc:docMk/>
          <pc:sldMk cId="787711756" sldId="256"/>
        </pc:sldMkLst>
        <pc:spChg chg="mod">
          <ac:chgData name="村田　匡輝（豊田高専）" userId="0f6e8962-29cf-4010-9503-85933b69c850" providerId="ADAL" clId="{8D2ACAC7-9789-4C26-8E10-E0D08F7A9076}" dt="2025-03-05T07:51:00.429" v="105" actId="26606"/>
          <ac:spMkLst>
            <pc:docMk/>
            <pc:sldMk cId="787711756" sldId="256"/>
            <ac:spMk id="2" creationId="{F4DCBC04-649A-D828-106A-4562CCD4DD06}"/>
          </ac:spMkLst>
        </pc:spChg>
        <pc:spChg chg="mod">
          <ac:chgData name="村田　匡輝（豊田高専）" userId="0f6e8962-29cf-4010-9503-85933b69c850" providerId="ADAL" clId="{8D2ACAC7-9789-4C26-8E10-E0D08F7A9076}" dt="2025-03-05T07:51:00.429" v="105" actId="26606"/>
          <ac:spMkLst>
            <pc:docMk/>
            <pc:sldMk cId="787711756" sldId="256"/>
            <ac:spMk id="3" creationId="{13E4F25B-719B-BB53-048A-C864214748F7}"/>
          </ac:spMkLst>
        </pc:spChg>
      </pc:sldChg>
      <pc:sldChg chg="new del">
        <pc:chgData name="村田　匡輝（豊田高専）" userId="0f6e8962-29cf-4010-9503-85933b69c850" providerId="ADAL" clId="{8D2ACAC7-9789-4C26-8E10-E0D08F7A9076}" dt="2025-03-05T07:50:12.394" v="100" actId="680"/>
        <pc:sldMkLst>
          <pc:docMk/>
          <pc:sldMk cId="1890055858" sldId="257"/>
        </pc:sldMkLst>
      </pc:sldChg>
      <pc:sldChg chg="modSp new mod">
        <pc:chgData name="村田　匡輝（豊田高専）" userId="0f6e8962-29cf-4010-9503-85933b69c850" providerId="ADAL" clId="{8D2ACAC7-9789-4C26-8E10-E0D08F7A9076}" dt="2025-03-05T07:52:49.920" v="527" actId="20577"/>
        <pc:sldMkLst>
          <pc:docMk/>
          <pc:sldMk cId="2860575161" sldId="257"/>
        </pc:sldMkLst>
        <pc:spChg chg="mod">
          <ac:chgData name="村田　匡輝（豊田高専）" userId="0f6e8962-29cf-4010-9503-85933b69c850" providerId="ADAL" clId="{8D2ACAC7-9789-4C26-8E10-E0D08F7A9076}" dt="2025-03-05T07:51:26.005" v="138" actId="20577"/>
          <ac:spMkLst>
            <pc:docMk/>
            <pc:sldMk cId="2860575161" sldId="257"/>
            <ac:spMk id="2" creationId="{AB7CD121-0E13-61D8-18B4-B91C91757CBD}"/>
          </ac:spMkLst>
        </pc:spChg>
        <pc:spChg chg="mod">
          <ac:chgData name="村田　匡輝（豊田高専）" userId="0f6e8962-29cf-4010-9503-85933b69c850" providerId="ADAL" clId="{8D2ACAC7-9789-4C26-8E10-E0D08F7A9076}" dt="2025-03-05T07:52:49.920" v="527" actId="20577"/>
          <ac:spMkLst>
            <pc:docMk/>
            <pc:sldMk cId="2860575161" sldId="257"/>
            <ac:spMk id="3" creationId="{FF1A81E6-D50A-0BB7-C6A1-E5A2139BC883}"/>
          </ac:spMkLst>
        </pc:spChg>
      </pc:sldChg>
      <pc:sldChg chg="new del">
        <pc:chgData name="村田　匡輝（豊田高専）" userId="0f6e8962-29cf-4010-9503-85933b69c850" providerId="ADAL" clId="{8D2ACAC7-9789-4C26-8E10-E0D08F7A9076}" dt="2025-03-05T07:50:59.561" v="104" actId="680"/>
        <pc:sldMkLst>
          <pc:docMk/>
          <pc:sldMk cId="3310243094" sldId="257"/>
        </pc:sldMkLst>
      </pc:sldChg>
      <pc:sldChg chg="modSp add">
        <pc:chgData name="村田　匡輝（豊田高専）" userId="0f6e8962-29cf-4010-9503-85933b69c850" providerId="ADAL" clId="{8D2ACAC7-9789-4C26-8E10-E0D08F7A9076}" dt="2025-03-05T07:54:02.800" v="864" actId="20577"/>
        <pc:sldMkLst>
          <pc:docMk/>
          <pc:sldMk cId="2761672401" sldId="258"/>
        </pc:sldMkLst>
      </pc:sldChg>
      <pc:sldChg chg="modSp add del">
        <pc:chgData name="村田　匡輝（豊田高専）" userId="0f6e8962-29cf-4010-9503-85933b69c850" providerId="ADAL" clId="{8D2ACAC7-9789-4C26-8E10-E0D08F7A9076}" dt="2025-03-05T07:52:53.663" v="544" actId="2696"/>
        <pc:sldMkLst>
          <pc:docMk/>
          <pc:sldMk cId="1109134748" sldId="259"/>
        </pc:sldMkLst>
      </pc:sldChg>
      <pc:sldChg chg="modSp add">
        <pc:chgData name="村田　匡輝（豊田高専）" userId="0f6e8962-29cf-4010-9503-85933b69c850" providerId="ADAL" clId="{8D2ACAC7-9789-4C26-8E10-E0D08F7A9076}" dt="2025-03-05T07:55:05.759" v="1232"/>
        <pc:sldMkLst>
          <pc:docMk/>
          <pc:sldMk cId="1517287694" sldId="259"/>
        </pc:sldMkLst>
        <pc:spChg chg="mod">
          <ac:chgData name="村田　匡輝（豊田高専）" userId="0f6e8962-29cf-4010-9503-85933b69c850" providerId="ADAL" clId="{8D2ACAC7-9789-4C26-8E10-E0D08F7A9076}" dt="2025-03-05T07:54:09.460" v="913" actId="20577"/>
          <ac:spMkLst>
            <pc:docMk/>
            <pc:sldMk cId="1517287694" sldId="259"/>
            <ac:spMk id="2" creationId="{E3E1B0B7-33B3-46C1-6C8A-ECDDCC8B35AD}"/>
          </ac:spMkLst>
        </pc:spChg>
        <pc:spChg chg="mod">
          <ac:chgData name="村田　匡輝（豊田高専）" userId="0f6e8962-29cf-4010-9503-85933b69c850" providerId="ADAL" clId="{8D2ACAC7-9789-4C26-8E10-E0D08F7A9076}" dt="2025-03-05T07:55:05.759" v="1232"/>
          <ac:spMkLst>
            <pc:docMk/>
            <pc:sldMk cId="1517287694" sldId="259"/>
            <ac:spMk id="3" creationId="{65331E7A-25A1-4D66-D895-38F794AD7B5D}"/>
          </ac:spMkLst>
        </pc:spChg>
      </pc:sldChg>
      <pc:sldChg chg="modSp add del">
        <pc:chgData name="村田　匡輝（豊田高専）" userId="0f6e8962-29cf-4010-9503-85933b69c850" providerId="ADAL" clId="{8D2ACAC7-9789-4C26-8E10-E0D08F7A9076}" dt="2025-03-05T07:54:09.919" v="915" actId="2696"/>
        <pc:sldMkLst>
          <pc:docMk/>
          <pc:sldMk cId="3419786994" sldId="260"/>
        </pc:sldMkLst>
      </pc:sldChg>
      <pc:sldChg chg="modSp add mod">
        <pc:chgData name="村田　匡輝（豊田高専）" userId="0f6e8962-29cf-4010-9503-85933b69c850" providerId="ADAL" clId="{8D2ACAC7-9789-4C26-8E10-E0D08F7A9076}" dt="2025-03-06T04:18:35.609" v="2639" actId="20577"/>
        <pc:sldMkLst>
          <pc:docMk/>
          <pc:sldMk cId="3904935936" sldId="260"/>
        </pc:sldMkLst>
        <pc:spChg chg="mod">
          <ac:chgData name="村田　匡輝（豊田高専）" userId="0f6e8962-29cf-4010-9503-85933b69c850" providerId="ADAL" clId="{8D2ACAC7-9789-4C26-8E10-E0D08F7A9076}" dt="2025-03-05T07:55:11.310" v="1265" actId="20577"/>
          <ac:spMkLst>
            <pc:docMk/>
            <pc:sldMk cId="3904935936" sldId="260"/>
            <ac:spMk id="2" creationId="{8DB1D0F4-B347-26FA-B4DB-968496B97DAE}"/>
          </ac:spMkLst>
        </pc:spChg>
        <pc:spChg chg="mod">
          <ac:chgData name="村田　匡輝（豊田高専）" userId="0f6e8962-29cf-4010-9503-85933b69c850" providerId="ADAL" clId="{8D2ACAC7-9789-4C26-8E10-E0D08F7A9076}" dt="2025-03-06T04:18:35.609" v="2639" actId="20577"/>
          <ac:spMkLst>
            <pc:docMk/>
            <pc:sldMk cId="3904935936" sldId="260"/>
            <ac:spMk id="3" creationId="{11D2CC4B-05D4-0090-D5B9-3034352E8218}"/>
          </ac:spMkLst>
        </pc:spChg>
      </pc:sldChg>
      <pc:sldChg chg="modSp mod">
        <pc:chgData name="村田　匡輝（豊田高専）" userId="0f6e8962-29cf-4010-9503-85933b69c850" providerId="ADAL" clId="{8D2ACAC7-9789-4C26-8E10-E0D08F7A9076}" dt="2025-03-06T06:24:04.496" v="3456"/>
        <pc:sldMkLst>
          <pc:docMk/>
          <pc:sldMk cId="1447722001" sldId="261"/>
        </pc:sldMkLst>
        <pc:spChg chg="mod">
          <ac:chgData name="村田　匡輝（豊田高専）" userId="0f6e8962-29cf-4010-9503-85933b69c850" providerId="ADAL" clId="{8D2ACAC7-9789-4C26-8E10-E0D08F7A9076}" dt="2025-03-06T06:24:04.496" v="3456"/>
          <ac:spMkLst>
            <pc:docMk/>
            <pc:sldMk cId="1447722001" sldId="261"/>
            <ac:spMk id="3" creationId="{38196FFD-A987-AF46-854E-1C29B1C33C81}"/>
          </ac:spMkLst>
        </pc:spChg>
      </pc:sldChg>
      <pc:sldChg chg="modSp add">
        <pc:chgData name="村田　匡輝（豊田高専）" userId="0f6e8962-29cf-4010-9503-85933b69c850" providerId="ADAL" clId="{8D2ACAC7-9789-4C26-8E10-E0D08F7A9076}" dt="2025-03-05T07:56:19.118" v="1347"/>
        <pc:sldMkLst>
          <pc:docMk/>
          <pc:sldMk cId="3544408486" sldId="261"/>
        </pc:sldMkLst>
      </pc:sldChg>
      <pc:sldChg chg="modSp add del">
        <pc:chgData name="村田　匡輝（豊田高専）" userId="0f6e8962-29cf-4010-9503-85933b69c850" providerId="ADAL" clId="{8D2ACAC7-9789-4C26-8E10-E0D08F7A9076}" dt="2025-03-05T07:55:48.545" v="1322" actId="2696"/>
        <pc:sldMkLst>
          <pc:docMk/>
          <pc:sldMk cId="1106196403" sldId="262"/>
        </pc:sldMkLst>
      </pc:sldChg>
      <pc:sldChg chg="modSp add del">
        <pc:chgData name="村田　匡輝（豊田高専）" userId="0f6e8962-29cf-4010-9503-85933b69c850" providerId="ADAL" clId="{8D2ACAC7-9789-4C26-8E10-E0D08F7A9076}" dt="2025-03-05T07:55:20.657" v="1270" actId="2696"/>
        <pc:sldMkLst>
          <pc:docMk/>
          <pc:sldMk cId="2107320691" sldId="262"/>
        </pc:sldMkLst>
      </pc:sldChg>
      <pc:sldChg chg="modSp add">
        <pc:chgData name="村田　匡輝（豊田高専）" userId="0f6e8962-29cf-4010-9503-85933b69c850" providerId="ADAL" clId="{8D2ACAC7-9789-4C26-8E10-E0D08F7A9076}" dt="2025-03-05T07:56:56.679" v="1405"/>
        <pc:sldMkLst>
          <pc:docMk/>
          <pc:sldMk cId="2176603189" sldId="262"/>
        </pc:sldMkLst>
      </pc:sldChg>
      <pc:sldChg chg="modSp add del">
        <pc:chgData name="村田　匡輝（豊田高専）" userId="0f6e8962-29cf-4010-9503-85933b69c850" providerId="ADAL" clId="{8D2ACAC7-9789-4C26-8E10-E0D08F7A9076}" dt="2025-03-05T07:55:47.799" v="1320" actId="2696"/>
        <pc:sldMkLst>
          <pc:docMk/>
          <pc:sldMk cId="2254931478" sldId="262"/>
        </pc:sldMkLst>
      </pc:sldChg>
      <pc:sldChg chg="modSp mod">
        <pc:chgData name="村田　匡輝（豊田高専）" userId="0f6e8962-29cf-4010-9503-85933b69c850" providerId="ADAL" clId="{8D2ACAC7-9789-4C26-8E10-E0D08F7A9076}" dt="2025-03-06T07:50:19.963" v="5733" actId="20577"/>
        <pc:sldMkLst>
          <pc:docMk/>
          <pc:sldMk cId="3466371958" sldId="262"/>
        </pc:sldMkLst>
      </pc:sldChg>
      <pc:sldChg chg="modSp mod">
        <pc:chgData name="村田　匡輝（豊田高専）" userId="0f6e8962-29cf-4010-9503-85933b69c850" providerId="ADAL" clId="{8D2ACAC7-9789-4C26-8E10-E0D08F7A9076}" dt="2025-03-06T07:52:38.392" v="5766" actId="14"/>
        <pc:sldMkLst>
          <pc:docMk/>
          <pc:sldMk cId="1744168279" sldId="263"/>
        </pc:sldMkLst>
      </pc:sldChg>
      <pc:sldChg chg="modSp add del">
        <pc:chgData name="村田　匡輝（豊田高専）" userId="0f6e8962-29cf-4010-9503-85933b69c850" providerId="ADAL" clId="{8D2ACAC7-9789-4C26-8E10-E0D08F7A9076}" dt="2025-03-05T07:56:45.318" v="1401" actId="2696"/>
        <pc:sldMkLst>
          <pc:docMk/>
          <pc:sldMk cId="3084612532" sldId="263"/>
        </pc:sldMkLst>
      </pc:sldChg>
      <pc:sldChg chg="modSp add">
        <pc:chgData name="村田　匡輝（豊田高専）" userId="0f6e8962-29cf-4010-9503-85933b69c850" providerId="ADAL" clId="{8D2ACAC7-9789-4C26-8E10-E0D08F7A9076}" dt="2025-03-05T07:57:21.742" v="1448"/>
        <pc:sldMkLst>
          <pc:docMk/>
          <pc:sldMk cId="3887976966" sldId="263"/>
        </pc:sldMkLst>
      </pc:sldChg>
      <pc:sldChg chg="modSp add del">
        <pc:chgData name="村田　匡輝（豊田高専）" userId="0f6e8962-29cf-4010-9503-85933b69c850" providerId="ADAL" clId="{8D2ACAC7-9789-4C26-8E10-E0D08F7A9076}" dt="2025-03-05T07:56:25.544" v="1379" actId="2696"/>
        <pc:sldMkLst>
          <pc:docMk/>
          <pc:sldMk cId="4015211603" sldId="263"/>
        </pc:sldMkLst>
      </pc:sldChg>
      <pc:sldChg chg="modSp add del">
        <pc:chgData name="村田　匡輝（豊田高専）" userId="0f6e8962-29cf-4010-9503-85933b69c850" providerId="ADAL" clId="{8D2ACAC7-9789-4C26-8E10-E0D08F7A9076}" dt="2025-03-05T07:57:02.818" v="1436" actId="2696"/>
        <pc:sldMkLst>
          <pc:docMk/>
          <pc:sldMk cId="4000063885" sldId="264"/>
        </pc:sldMkLst>
      </pc:sldChg>
      <pc:sldChg chg="modSp add mod">
        <pc:chgData name="村田　匡輝（豊田高専）" userId="0f6e8962-29cf-4010-9503-85933b69c850" providerId="ADAL" clId="{8D2ACAC7-9789-4C26-8E10-E0D08F7A9076}" dt="2025-03-06T04:17:59.655" v="2567"/>
        <pc:sldMkLst>
          <pc:docMk/>
          <pc:sldMk cId="4215676709" sldId="264"/>
        </pc:sldMkLst>
        <pc:spChg chg="mod">
          <ac:chgData name="村田　匡輝（豊田高専）" userId="0f6e8962-29cf-4010-9503-85933b69c850" providerId="ADAL" clId="{8D2ACAC7-9789-4C26-8E10-E0D08F7A9076}" dt="2025-03-05T07:57:25.821" v="1456" actId="20577"/>
          <ac:spMkLst>
            <pc:docMk/>
            <pc:sldMk cId="4215676709" sldId="264"/>
            <ac:spMk id="2" creationId="{65D61B3E-687A-E111-30BB-B12DC5B848E3}"/>
          </ac:spMkLst>
        </pc:spChg>
        <pc:spChg chg="mod">
          <ac:chgData name="村田　匡輝（豊田高専）" userId="0f6e8962-29cf-4010-9503-85933b69c850" providerId="ADAL" clId="{8D2ACAC7-9789-4C26-8E10-E0D08F7A9076}" dt="2025-03-06T04:17:59.655" v="2567"/>
          <ac:spMkLst>
            <pc:docMk/>
            <pc:sldMk cId="4215676709" sldId="264"/>
            <ac:spMk id="3" creationId="{46D2B7C9-0D57-E439-2A4A-8336DD7B6D66}"/>
          </ac:spMkLst>
        </pc:spChg>
      </pc:sldChg>
      <pc:sldChg chg="modSp add del">
        <pc:chgData name="村田　匡輝（豊田高専）" userId="0f6e8962-29cf-4010-9503-85933b69c850" providerId="ADAL" clId="{8D2ACAC7-9789-4C26-8E10-E0D08F7A9076}" dt="2025-03-05T07:57:26.243" v="1458" actId="2696"/>
        <pc:sldMkLst>
          <pc:docMk/>
          <pc:sldMk cId="1572565416" sldId="265"/>
        </pc:sldMkLst>
      </pc:sldChg>
      <pc:sldChg chg="addSp delSp modSp new mod modClrScheme chgLayout">
        <pc:chgData name="村田　匡輝（豊田高専）" userId="0f6e8962-29cf-4010-9503-85933b69c850" providerId="ADAL" clId="{8D2ACAC7-9789-4C26-8E10-E0D08F7A9076}" dt="2025-03-06T04:29:55.340" v="2662" actId="20577"/>
        <pc:sldMkLst>
          <pc:docMk/>
          <pc:sldMk cId="2069363420" sldId="265"/>
        </pc:sldMkLst>
        <pc:spChg chg="add mod ord">
          <ac:chgData name="村田　匡輝（豊田高専）" userId="0f6e8962-29cf-4010-9503-85933b69c850" providerId="ADAL" clId="{8D2ACAC7-9789-4C26-8E10-E0D08F7A9076}" dt="2025-03-06T04:29:55.340" v="2662" actId="20577"/>
          <ac:spMkLst>
            <pc:docMk/>
            <pc:sldMk cId="2069363420" sldId="265"/>
            <ac:spMk id="4" creationId="{88E79FEE-F242-F6C3-2481-BAA3B12F4E9A}"/>
          </ac:spMkLst>
        </pc:spChg>
        <pc:spChg chg="add mod ord">
          <ac:chgData name="村田　匡輝（豊田高専）" userId="0f6e8962-29cf-4010-9503-85933b69c850" providerId="ADAL" clId="{8D2ACAC7-9789-4C26-8E10-E0D08F7A9076}" dt="2025-03-06T04:29:50.958" v="2641" actId="700"/>
          <ac:spMkLst>
            <pc:docMk/>
            <pc:sldMk cId="2069363420" sldId="265"/>
            <ac:spMk id="5" creationId="{7D80F15A-DCA0-F81A-17C0-B09CA23B6C4E}"/>
          </ac:spMkLst>
        </pc:spChg>
      </pc:sldChg>
      <pc:sldChg chg="addSp delSp modSp new mod modClrScheme chgLayout">
        <pc:chgData name="村田　匡輝（豊田高専）" userId="0f6e8962-29cf-4010-9503-85933b69c850" providerId="ADAL" clId="{8D2ACAC7-9789-4C26-8E10-E0D08F7A9076}" dt="2025-03-06T04:30:09.162" v="2698" actId="20577"/>
        <pc:sldMkLst>
          <pc:docMk/>
          <pc:sldMk cId="997743002" sldId="266"/>
        </pc:sldMkLst>
        <pc:spChg chg="add mod ord">
          <ac:chgData name="村田　匡輝（豊田高専）" userId="0f6e8962-29cf-4010-9503-85933b69c850" providerId="ADAL" clId="{8D2ACAC7-9789-4C26-8E10-E0D08F7A9076}" dt="2025-03-06T04:30:09.162" v="2698" actId="20577"/>
          <ac:spMkLst>
            <pc:docMk/>
            <pc:sldMk cId="997743002" sldId="266"/>
            <ac:spMk id="6" creationId="{FF02CBD9-B1D6-5A50-1CD7-76ACBDB7BFC6}"/>
          </ac:spMkLst>
        </pc:spChg>
        <pc:spChg chg="add mod ord">
          <ac:chgData name="村田　匡輝（豊田高専）" userId="0f6e8962-29cf-4010-9503-85933b69c850" providerId="ADAL" clId="{8D2ACAC7-9789-4C26-8E10-E0D08F7A9076}" dt="2025-03-06T04:30:03.431" v="2665" actId="700"/>
          <ac:spMkLst>
            <pc:docMk/>
            <pc:sldMk cId="997743002" sldId="266"/>
            <ac:spMk id="7" creationId="{CC89B1C1-78AC-AD26-201B-728E9AD7D061}"/>
          </ac:spMkLst>
        </pc:spChg>
      </pc:sldChg>
      <pc:sldChg chg="modSp new mod">
        <pc:chgData name="村田　匡輝（豊田高専）" userId="0f6e8962-29cf-4010-9503-85933b69c850" providerId="ADAL" clId="{8D2ACAC7-9789-4C26-8E10-E0D08F7A9076}" dt="2025-03-21T02:40:56.650" v="5784" actId="20577"/>
        <pc:sldMkLst>
          <pc:docMk/>
          <pc:sldMk cId="180814709" sldId="267"/>
        </pc:sldMkLst>
      </pc:sldChg>
      <pc:sldChg chg="modSp new mod">
        <pc:chgData name="村田　匡輝（豊田高専）" userId="0f6e8962-29cf-4010-9503-85933b69c850" providerId="ADAL" clId="{8D2ACAC7-9789-4C26-8E10-E0D08F7A9076}" dt="2025-03-06T06:36:01.109" v="4748" actId="20577"/>
        <pc:sldMkLst>
          <pc:docMk/>
          <pc:sldMk cId="137432285" sldId="268"/>
        </pc:sldMkLst>
      </pc:sldChg>
      <pc:sldChg chg="modSp mod">
        <pc:chgData name="村田　匡輝（豊田高専）" userId="0f6e8962-29cf-4010-9503-85933b69c850" providerId="ADAL" clId="{8D2ACAC7-9789-4C26-8E10-E0D08F7A9076}" dt="2025-03-21T02:44:47.292" v="5785" actId="113"/>
        <pc:sldMkLst>
          <pc:docMk/>
          <pc:sldMk cId="3883866305" sldId="269"/>
        </pc:sldMkLst>
      </pc:sldChg>
      <pc:sldMasterChg chg="add del addSldLayout delSldLayout">
        <pc:chgData name="村田　匡輝（豊田高専）" userId="0f6e8962-29cf-4010-9503-85933b69c850" providerId="ADAL" clId="{8D2ACAC7-9789-4C26-8E10-E0D08F7A9076}" dt="2025-03-05T07:51:00.429" v="105" actId="26606"/>
        <pc:sldMasterMkLst>
          <pc:docMk/>
          <pc:sldMasterMk cId="3509958311" sldId="2147483648"/>
        </pc:sldMasterMkLst>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1389573674" sldId="2147483649"/>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2741821049" sldId="2147483650"/>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605753647" sldId="2147483651"/>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2815021165" sldId="2147483652"/>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962533862" sldId="2147483653"/>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3320109354" sldId="2147483654"/>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3230162729" sldId="2147483655"/>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834979483" sldId="2147483656"/>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3244569894" sldId="2147483657"/>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2344820456" sldId="2147483658"/>
          </pc:sldLayoutMkLst>
        </pc:sldLayoutChg>
        <pc:sldLayoutChg chg="add del">
          <pc:chgData name="村田　匡輝（豊田高専）" userId="0f6e8962-29cf-4010-9503-85933b69c850" providerId="ADAL" clId="{8D2ACAC7-9789-4C26-8E10-E0D08F7A9076}" dt="2025-03-05T07:51:00.429" v="105" actId="26606"/>
          <pc:sldLayoutMkLst>
            <pc:docMk/>
            <pc:sldMasterMk cId="3509958311" sldId="2147483648"/>
            <pc:sldLayoutMk cId="4271014402" sldId="2147483659"/>
          </pc:sldLayoutMkLst>
        </pc:sldLayoutChg>
      </pc:sldMasterChg>
      <pc:sldMasterChg chg="add del addSldLayout delSldLayout">
        <pc:chgData name="村田　匡輝（豊田高専）" userId="0f6e8962-29cf-4010-9503-85933b69c850" providerId="ADAL" clId="{8D2ACAC7-9789-4C26-8E10-E0D08F7A9076}" dt="2025-03-05T07:50:13.178" v="101" actId="26606"/>
        <pc:sldMasterMkLst>
          <pc:docMk/>
          <pc:sldMasterMk cId="2377071717" sldId="2147483696"/>
        </pc:sldMasterMkLst>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2191357265" sldId="2147483685"/>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601915100" sldId="2147483686"/>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228878900" sldId="2147483687"/>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3787005274" sldId="2147483688"/>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2108492382" sldId="2147483689"/>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2735578422" sldId="2147483690"/>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3264250801" sldId="2147483691"/>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593087088" sldId="2147483692"/>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3357003467" sldId="2147483693"/>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4021880229" sldId="2147483694"/>
          </pc:sldLayoutMkLst>
        </pc:sldLayoutChg>
        <pc:sldLayoutChg chg="add del">
          <pc:chgData name="村田　匡輝（豊田高専）" userId="0f6e8962-29cf-4010-9503-85933b69c850" providerId="ADAL" clId="{8D2ACAC7-9789-4C26-8E10-E0D08F7A9076}" dt="2025-03-05T07:50:13.178" v="101" actId="26606"/>
          <pc:sldLayoutMkLst>
            <pc:docMk/>
            <pc:sldMasterMk cId="2377071717" sldId="2147483696"/>
            <pc:sldLayoutMk cId="3498236018" sldId="2147483695"/>
          </pc:sldLayoutMkLst>
        </pc:sldLayoutChg>
      </pc:sldMasterChg>
      <pc:sldMasterChg chg="add del addSldLayout delSldLayout">
        <pc:chgData name="村田　匡輝（豊田高専）" userId="0f6e8962-29cf-4010-9503-85933b69c850" providerId="ADAL" clId="{8D2ACAC7-9789-4C26-8E10-E0D08F7A9076}" dt="2025-03-05T07:51:00.429" v="105" actId="26606"/>
        <pc:sldMasterMkLst>
          <pc:docMk/>
          <pc:sldMasterMk cId="20820251" sldId="2147483722"/>
        </pc:sldMasterMkLst>
        <pc:sldLayoutChg chg="add del">
          <pc:chgData name="村田　匡輝（豊田高専）" userId="0f6e8962-29cf-4010-9503-85933b69c850" providerId="ADAL" clId="{8D2ACAC7-9789-4C26-8E10-E0D08F7A9076}" dt="2025-03-05T07:51:00.429" v="105" actId="26606"/>
          <pc:sldLayoutMkLst>
            <pc:docMk/>
            <pc:sldMasterMk cId="20820251" sldId="2147483722"/>
            <pc:sldLayoutMk cId="2511056778" sldId="2147483711"/>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3713031835" sldId="2147483712"/>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2135048297" sldId="2147483713"/>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619288615" sldId="2147483714"/>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2794575844" sldId="2147483715"/>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2074825054" sldId="2147483716"/>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1996600506" sldId="2147483717"/>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3265883795" sldId="2147483718"/>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3482771268" sldId="2147483719"/>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2004707052" sldId="2147483720"/>
          </pc:sldLayoutMkLst>
        </pc:sldLayoutChg>
        <pc:sldLayoutChg chg="add del">
          <pc:chgData name="村田　匡輝（豊田高専）" userId="0f6e8962-29cf-4010-9503-85933b69c850" providerId="ADAL" clId="{8D2ACAC7-9789-4C26-8E10-E0D08F7A9076}" dt="2025-03-05T07:51:00.429" v="105" actId="26606"/>
          <pc:sldLayoutMkLst>
            <pc:docMk/>
            <pc:sldMasterMk cId="20820251" sldId="2147483722"/>
            <pc:sldLayoutMk cId="1823059191" sldId="2147483721"/>
          </pc:sldLayoutMkLst>
        </pc:sldLayoutChg>
      </pc:sldMasterChg>
    </pc:docChg>
  </pc:docChgLst>
  <pc:docChgLst>
    <pc:chgData name="村田 匡輝（豊田高専）" userId="0f6e8962-29cf-4010-9503-85933b69c850" providerId="ADAL" clId="{FB754435-BE19-F941-9DAA-594B1F201DBE}"/>
    <pc:docChg chg="modSld">
      <pc:chgData name="村田 匡輝（豊田高専）" userId="0f6e8962-29cf-4010-9503-85933b69c850" providerId="ADAL" clId="{FB754435-BE19-F941-9DAA-594B1F201DBE}" dt="2025-03-29T13:15:40.059" v="7" actId="20577"/>
      <pc:docMkLst>
        <pc:docMk/>
      </pc:docMkLst>
      <pc:sldChg chg="modNotesTx">
        <pc:chgData name="村田 匡輝（豊田高専）" userId="0f6e8962-29cf-4010-9503-85933b69c850" providerId="ADAL" clId="{FB754435-BE19-F941-9DAA-594B1F201DBE}" dt="2025-03-29T13:12:09.040" v="2" actId="20577"/>
        <pc:sldMkLst>
          <pc:docMk/>
          <pc:sldMk cId="2860575161" sldId="257"/>
        </pc:sldMkLst>
      </pc:sldChg>
      <pc:sldChg chg="modAnim">
        <pc:chgData name="村田 匡輝（豊田高専）" userId="0f6e8962-29cf-4010-9503-85933b69c850" providerId="ADAL" clId="{FB754435-BE19-F941-9DAA-594B1F201DBE}" dt="2025-03-29T12:54:46.396" v="0"/>
        <pc:sldMkLst>
          <pc:docMk/>
          <pc:sldMk cId="5283702" sldId="283"/>
        </pc:sldMkLst>
      </pc:sldChg>
      <pc:sldChg chg="modAnim">
        <pc:chgData name="村田 匡輝（豊田高専）" userId="0f6e8962-29cf-4010-9503-85933b69c850" providerId="ADAL" clId="{FB754435-BE19-F941-9DAA-594B1F201DBE}" dt="2025-03-29T13:14:54.204" v="5"/>
        <pc:sldMkLst>
          <pc:docMk/>
          <pc:sldMk cId="2595907289" sldId="288"/>
        </pc:sldMkLst>
      </pc:sldChg>
      <pc:sldChg chg="modNotesTx">
        <pc:chgData name="村田 匡輝（豊田高専）" userId="0f6e8962-29cf-4010-9503-85933b69c850" providerId="ADAL" clId="{FB754435-BE19-F941-9DAA-594B1F201DBE}" dt="2025-03-29T13:15:40.059" v="7" actId="20577"/>
        <pc:sldMkLst>
          <pc:docMk/>
          <pc:sldMk cId="1362915745" sldId="289"/>
        </pc:sldMkLst>
      </pc:sldChg>
    </pc:docChg>
  </pc:docChgLst>
  <pc:docChgLst>
    <pc:chgData name="村田 匡輝（豊田高専）" userId="0f6e8962-29cf-4010-9503-85933b69c850" providerId="ADAL" clId="{275671DE-1D99-44AE-8F7F-44545CB55F44}"/>
    <pc:docChg chg="modSld">
      <pc:chgData name="村田 匡輝（豊田高専）" userId="0f6e8962-29cf-4010-9503-85933b69c850" providerId="ADAL" clId="{275671DE-1D99-44AE-8F7F-44545CB55F44}" dt="2025-03-30T03:18:48.412" v="0" actId="1038"/>
      <pc:docMkLst>
        <pc:docMk/>
      </pc:docMkLst>
      <pc:sldChg chg="modSp mod">
        <pc:chgData name="村田 匡輝（豊田高専）" userId="0f6e8962-29cf-4010-9503-85933b69c850" providerId="ADAL" clId="{275671DE-1D99-44AE-8F7F-44545CB55F44}" dt="2025-03-30T03:18:48.412" v="0" actId="1038"/>
        <pc:sldMkLst>
          <pc:docMk/>
          <pc:sldMk cId="3026724106" sldId="287"/>
        </pc:sldMkLst>
        <pc:picChg chg="mod">
          <ac:chgData name="村田 匡輝（豊田高専）" userId="0f6e8962-29cf-4010-9503-85933b69c850" providerId="ADAL" clId="{275671DE-1D99-44AE-8F7F-44545CB55F44}" dt="2025-03-30T03:18:48.412" v="0" actId="1038"/>
          <ac:picMkLst>
            <pc:docMk/>
            <pc:sldMk cId="3026724106" sldId="287"/>
            <ac:picMk id="17" creationId="{B506A41C-4E76-5054-1A1F-2FEF31E620EA}"/>
          </ac:picMkLst>
        </pc:picChg>
      </pc:sldChg>
    </pc:docChg>
  </pc:docChgLst>
  <pc:docChgLst>
    <pc:chgData name="村田　匡輝（豊田高専）" userId="0f6e8962-29cf-4010-9503-85933b69c850" providerId="ADAL" clId="{FB754435-BE19-F941-9DAA-594B1F201DBE}"/>
    <pc:docChg chg="undo custSel addSld delSld modSld sldOrd modMainMaster">
      <pc:chgData name="村田　匡輝（豊田高専）" userId="0f6e8962-29cf-4010-9503-85933b69c850" providerId="ADAL" clId="{FB754435-BE19-F941-9DAA-594B1F201DBE}" dt="2025-03-29T10:46:53.684" v="58571" actId="20577"/>
      <pc:docMkLst>
        <pc:docMk/>
      </pc:docMkLst>
      <pc:sldChg chg="addSp modSp mod modNotesTx">
        <pc:chgData name="村田　匡輝（豊田高専）" userId="0f6e8962-29cf-4010-9503-85933b69c850" providerId="ADAL" clId="{FB754435-BE19-F941-9DAA-594B1F201DBE}" dt="2025-03-29T09:29:31.756" v="57122" actId="20577"/>
        <pc:sldMkLst>
          <pc:docMk/>
          <pc:sldMk cId="787711756" sldId="256"/>
        </pc:sldMkLst>
        <pc:spChg chg="mod">
          <ac:chgData name="村田　匡輝（豊田高専）" userId="0f6e8962-29cf-4010-9503-85933b69c850" providerId="ADAL" clId="{FB754435-BE19-F941-9DAA-594B1F201DBE}" dt="2025-03-20T15:25:52.766" v="10205"/>
          <ac:spMkLst>
            <pc:docMk/>
            <pc:sldMk cId="787711756" sldId="256"/>
            <ac:spMk id="2" creationId="{F4DCBC04-649A-D828-106A-4562CCD4DD06}"/>
          </ac:spMkLst>
        </pc:spChg>
        <pc:spChg chg="mod">
          <ac:chgData name="村田　匡輝（豊田高専）" userId="0f6e8962-29cf-4010-9503-85933b69c850" providerId="ADAL" clId="{FB754435-BE19-F941-9DAA-594B1F201DBE}" dt="2025-03-20T15:25:52.766" v="10205"/>
          <ac:spMkLst>
            <pc:docMk/>
            <pc:sldMk cId="787711756" sldId="256"/>
            <ac:spMk id="3" creationId="{13E4F25B-719B-BB53-048A-C864214748F7}"/>
          </ac:spMkLst>
        </pc:spChg>
        <pc:spChg chg="add mod">
          <ac:chgData name="村田　匡輝（豊田高専）" userId="0f6e8962-29cf-4010-9503-85933b69c850" providerId="ADAL" clId="{FB754435-BE19-F941-9DAA-594B1F201DBE}" dt="2025-03-29T03:05:24.005" v="54186" actId="20577"/>
          <ac:spMkLst>
            <pc:docMk/>
            <pc:sldMk cId="787711756" sldId="256"/>
            <ac:spMk id="4" creationId="{9E70BC33-10D4-52F3-B32E-D7F2350CF623}"/>
          </ac:spMkLst>
        </pc:spChg>
      </pc:sldChg>
      <pc:sldChg chg="addSp delSp modSp mod modClrScheme chgLayout modNotesTx">
        <pc:chgData name="村田　匡輝（豊田高専）" userId="0f6e8962-29cf-4010-9503-85933b69c850" providerId="ADAL" clId="{FB754435-BE19-F941-9DAA-594B1F201DBE}" dt="2025-03-29T10:29:30.448" v="58315" actId="20577"/>
        <pc:sldMkLst>
          <pc:docMk/>
          <pc:sldMk cId="2860575161" sldId="257"/>
        </pc:sldMkLst>
        <pc:spChg chg="mod ord">
          <ac:chgData name="村田　匡輝（豊田高専）" userId="0f6e8962-29cf-4010-9503-85933b69c850" providerId="ADAL" clId="{FB754435-BE19-F941-9DAA-594B1F201DBE}" dt="2025-03-24T18:38:57.499" v="25577" actId="700"/>
          <ac:spMkLst>
            <pc:docMk/>
            <pc:sldMk cId="2860575161" sldId="257"/>
            <ac:spMk id="2" creationId="{AB7CD121-0E13-61D8-18B4-B91C91757CBD}"/>
          </ac:spMkLst>
        </pc:spChg>
        <pc:spChg chg="mod ord">
          <ac:chgData name="村田　匡輝（豊田高専）" userId="0f6e8962-29cf-4010-9503-85933b69c850" providerId="ADAL" clId="{FB754435-BE19-F941-9DAA-594B1F201DBE}" dt="2025-03-25T04:15:18.255" v="27858" actId="207"/>
          <ac:spMkLst>
            <pc:docMk/>
            <pc:sldMk cId="2860575161" sldId="257"/>
            <ac:spMk id="3" creationId="{FF1A81E6-D50A-0BB7-C6A1-E5A2139BC883}"/>
          </ac:spMkLst>
        </pc:spChg>
        <pc:spChg chg="add mod ord">
          <ac:chgData name="村田　匡輝（豊田高専）" userId="0f6e8962-29cf-4010-9503-85933b69c850" providerId="ADAL" clId="{FB754435-BE19-F941-9DAA-594B1F201DBE}" dt="2025-03-24T18:38:57.499" v="25577" actId="700"/>
          <ac:spMkLst>
            <pc:docMk/>
            <pc:sldMk cId="2860575161" sldId="257"/>
            <ac:spMk id="4" creationId="{B7E9D4FA-26E5-EC16-7534-C95ACE352A56}"/>
          </ac:spMkLst>
        </pc:spChg>
        <pc:spChg chg="add mod">
          <ac:chgData name="村田　匡輝（豊田高専）" userId="0f6e8962-29cf-4010-9503-85933b69c850" providerId="ADAL" clId="{FB754435-BE19-F941-9DAA-594B1F201DBE}" dt="2025-03-29T01:13:05.408" v="48104" actId="20577"/>
          <ac:spMkLst>
            <pc:docMk/>
            <pc:sldMk cId="2860575161" sldId="257"/>
            <ac:spMk id="8" creationId="{FA4E40F5-B360-8CBC-C9FD-D9856EB58A21}"/>
          </ac:spMkLst>
        </pc:spChg>
        <pc:grpChg chg="add mod">
          <ac:chgData name="村田　匡輝（豊田高専）" userId="0f6e8962-29cf-4010-9503-85933b69c850" providerId="ADAL" clId="{FB754435-BE19-F941-9DAA-594B1F201DBE}" dt="2025-03-27T15:03:00.612" v="34622" actId="164"/>
          <ac:grpSpMkLst>
            <pc:docMk/>
            <pc:sldMk cId="2860575161" sldId="257"/>
            <ac:grpSpMk id="11" creationId="{7726E690-BAA9-8780-85C7-82E4DA858CEF}"/>
          </ac:grpSpMkLst>
        </pc:grpChg>
        <pc:picChg chg="add mod">
          <ac:chgData name="村田　匡輝（豊田高専）" userId="0f6e8962-29cf-4010-9503-85933b69c850" providerId="ADAL" clId="{FB754435-BE19-F941-9DAA-594B1F201DBE}" dt="2025-03-25T01:51:01.989" v="26702" actId="1076"/>
          <ac:picMkLst>
            <pc:docMk/>
            <pc:sldMk cId="2860575161" sldId="257"/>
            <ac:picMk id="5" creationId="{C0B7B319-E47D-1A07-E827-4079E1EF38D6}"/>
          </ac:picMkLst>
        </pc:picChg>
        <pc:cxnChg chg="add mod">
          <ac:chgData name="村田　匡輝（豊田高専）" userId="0f6e8962-29cf-4010-9503-85933b69c850" providerId="ADAL" clId="{FB754435-BE19-F941-9DAA-594B1F201DBE}" dt="2025-03-27T15:03:00.612" v="34622" actId="164"/>
          <ac:cxnSpMkLst>
            <pc:docMk/>
            <pc:sldMk cId="2860575161" sldId="257"/>
            <ac:cxnSpMk id="9" creationId="{C854AE0C-775A-3B36-7E02-633346D91AE8}"/>
          </ac:cxnSpMkLst>
        </pc:cxnChg>
        <pc:cxnChg chg="add mod">
          <ac:chgData name="村田　匡輝（豊田高専）" userId="0f6e8962-29cf-4010-9503-85933b69c850" providerId="ADAL" clId="{FB754435-BE19-F941-9DAA-594B1F201DBE}" dt="2025-03-27T15:03:00.612" v="34622" actId="164"/>
          <ac:cxnSpMkLst>
            <pc:docMk/>
            <pc:sldMk cId="2860575161" sldId="257"/>
            <ac:cxnSpMk id="10" creationId="{471F4AE9-EE3F-0831-349A-F9C55152F597}"/>
          </ac:cxnSpMkLst>
        </pc:cxnChg>
      </pc:sldChg>
      <pc:sldChg chg="addSp modSp del mod modNotesTx">
        <pc:chgData name="村田　匡輝（豊田高専）" userId="0f6e8962-29cf-4010-9503-85933b69c850" providerId="ADAL" clId="{FB754435-BE19-F941-9DAA-594B1F201DBE}" dt="2025-03-25T05:29:16.351" v="29144" actId="2696"/>
        <pc:sldMkLst>
          <pc:docMk/>
          <pc:sldMk cId="2761672401" sldId="258"/>
        </pc:sldMkLst>
      </pc:sldChg>
      <pc:sldChg chg="addSp delSp modSp mod modNotesTx">
        <pc:chgData name="村田　匡輝（豊田高専）" userId="0f6e8962-29cf-4010-9503-85933b69c850" providerId="ADAL" clId="{FB754435-BE19-F941-9DAA-594B1F201DBE}" dt="2025-03-29T10:35:01.563" v="58413" actId="6549"/>
        <pc:sldMkLst>
          <pc:docMk/>
          <pc:sldMk cId="1517287694" sldId="259"/>
        </pc:sldMkLst>
        <pc:spChg chg="mod">
          <ac:chgData name="村田　匡輝（豊田高専）" userId="0f6e8962-29cf-4010-9503-85933b69c850" providerId="ADAL" clId="{FB754435-BE19-F941-9DAA-594B1F201DBE}" dt="2025-03-25T06:13:17.164" v="29532" actId="20577"/>
          <ac:spMkLst>
            <pc:docMk/>
            <pc:sldMk cId="1517287694" sldId="259"/>
            <ac:spMk id="2" creationId="{E3E1B0B7-33B3-46C1-6C8A-ECDDCC8B35AD}"/>
          </ac:spMkLst>
        </pc:spChg>
        <pc:spChg chg="mod">
          <ac:chgData name="村田　匡輝（豊田高専）" userId="0f6e8962-29cf-4010-9503-85933b69c850" providerId="ADAL" clId="{FB754435-BE19-F941-9DAA-594B1F201DBE}" dt="2025-03-25T06:58:26.492" v="30355" actId="115"/>
          <ac:spMkLst>
            <pc:docMk/>
            <pc:sldMk cId="1517287694" sldId="259"/>
            <ac:spMk id="3" creationId="{65331E7A-25A1-4D66-D895-38F794AD7B5D}"/>
          </ac:spMkLst>
        </pc:spChg>
        <pc:spChg chg="add mod">
          <ac:chgData name="村田　匡輝（豊田高専）" userId="0f6e8962-29cf-4010-9503-85933b69c850" providerId="ADAL" clId="{FB754435-BE19-F941-9DAA-594B1F201DBE}" dt="2025-03-20T15:26:16.222" v="10216"/>
          <ac:spMkLst>
            <pc:docMk/>
            <pc:sldMk cId="1517287694" sldId="259"/>
            <ac:spMk id="4" creationId="{D1771EDF-1E90-0A63-0CF6-01A1D1C2271F}"/>
          </ac:spMkLst>
        </pc:spChg>
        <pc:spChg chg="add mod">
          <ac:chgData name="村田　匡輝（豊田高専）" userId="0f6e8962-29cf-4010-9503-85933b69c850" providerId="ADAL" clId="{FB754435-BE19-F941-9DAA-594B1F201DBE}" dt="2025-03-29T02:54:13.288" v="53288" actId="14100"/>
          <ac:spMkLst>
            <pc:docMk/>
            <pc:sldMk cId="1517287694" sldId="259"/>
            <ac:spMk id="19" creationId="{F396D2A7-AABF-4B3F-054B-A5C4EF80ABFD}"/>
          </ac:spMkLst>
        </pc:spChg>
        <pc:spChg chg="add mod">
          <ac:chgData name="村田　匡輝（豊田高専）" userId="0f6e8962-29cf-4010-9503-85933b69c850" providerId="ADAL" clId="{FB754435-BE19-F941-9DAA-594B1F201DBE}" dt="2025-03-29T10:03:11.474" v="57693" actId="14100"/>
          <ac:spMkLst>
            <pc:docMk/>
            <pc:sldMk cId="1517287694" sldId="259"/>
            <ac:spMk id="20" creationId="{3A1DBBF5-666B-D267-074C-8EAFF3DEAADE}"/>
          </ac:spMkLst>
        </pc:spChg>
        <pc:spChg chg="add mod">
          <ac:chgData name="村田　匡輝（豊田高専）" userId="0f6e8962-29cf-4010-9503-85933b69c850" providerId="ADAL" clId="{FB754435-BE19-F941-9DAA-594B1F201DBE}" dt="2025-03-25T06:55:06.248" v="30235" actId="164"/>
          <ac:spMkLst>
            <pc:docMk/>
            <pc:sldMk cId="1517287694" sldId="259"/>
            <ac:spMk id="21" creationId="{E3D74A28-D1E5-4166-623A-969E0328EF38}"/>
          </ac:spMkLst>
        </pc:spChg>
        <pc:spChg chg="add mod">
          <ac:chgData name="村田　匡輝（豊田高専）" userId="0f6e8962-29cf-4010-9503-85933b69c850" providerId="ADAL" clId="{FB754435-BE19-F941-9DAA-594B1F201DBE}" dt="2025-03-25T06:55:06.248" v="30235" actId="164"/>
          <ac:spMkLst>
            <pc:docMk/>
            <pc:sldMk cId="1517287694" sldId="259"/>
            <ac:spMk id="22" creationId="{F68D70B9-A648-6010-45A0-CE512B1C48A7}"/>
          </ac:spMkLst>
        </pc:spChg>
        <pc:spChg chg="add mod">
          <ac:chgData name="村田　匡輝（豊田高専）" userId="0f6e8962-29cf-4010-9503-85933b69c850" providerId="ADAL" clId="{FB754435-BE19-F941-9DAA-594B1F201DBE}" dt="2025-03-25T07:11:36.341" v="30429"/>
          <ac:spMkLst>
            <pc:docMk/>
            <pc:sldMk cId="1517287694" sldId="259"/>
            <ac:spMk id="29" creationId="{91C620D7-1A74-41D7-F41E-FBA7356A9C23}"/>
          </ac:spMkLst>
        </pc:spChg>
        <pc:grpChg chg="mod">
          <ac:chgData name="村田　匡輝（豊田高専）" userId="0f6e8962-29cf-4010-9503-85933b69c850" providerId="ADAL" clId="{FB754435-BE19-F941-9DAA-594B1F201DBE}" dt="2025-03-25T06:55:09.616" v="30255" actId="1038"/>
          <ac:grpSpMkLst>
            <pc:docMk/>
            <pc:sldMk cId="1517287694" sldId="259"/>
            <ac:grpSpMk id="25" creationId="{850231EC-9920-5B13-4E39-BAD01796B235}"/>
          </ac:grpSpMkLst>
        </pc:grpChg>
        <pc:picChg chg="add mod">
          <ac:chgData name="村田　匡輝（豊田高専）" userId="0f6e8962-29cf-4010-9503-85933b69c850" providerId="ADAL" clId="{FB754435-BE19-F941-9DAA-594B1F201DBE}" dt="2025-03-25T06:55:06.248" v="30235" actId="164"/>
          <ac:picMkLst>
            <pc:docMk/>
            <pc:sldMk cId="1517287694" sldId="259"/>
            <ac:picMk id="8" creationId="{9E6AE759-68E6-880F-BF6E-C0954132A51A}"/>
          </ac:picMkLst>
        </pc:picChg>
        <pc:picChg chg="add mod">
          <ac:chgData name="村田　匡輝（豊田高専）" userId="0f6e8962-29cf-4010-9503-85933b69c850" providerId="ADAL" clId="{FB754435-BE19-F941-9DAA-594B1F201DBE}" dt="2025-03-25T06:55:06.248" v="30235" actId="164"/>
          <ac:picMkLst>
            <pc:docMk/>
            <pc:sldMk cId="1517287694" sldId="259"/>
            <ac:picMk id="10" creationId="{7DD595A6-7E02-E379-4A6C-E65C891D0E7B}"/>
          </ac:picMkLst>
        </pc:picChg>
        <pc:picChg chg="add mod">
          <ac:chgData name="村田　匡輝（豊田高専）" userId="0f6e8962-29cf-4010-9503-85933b69c850" providerId="ADAL" clId="{FB754435-BE19-F941-9DAA-594B1F201DBE}" dt="2025-03-25T06:55:06.248" v="30235" actId="164"/>
          <ac:picMkLst>
            <pc:docMk/>
            <pc:sldMk cId="1517287694" sldId="259"/>
            <ac:picMk id="12" creationId="{CE1C356E-BE08-6CCE-AC82-20FDBC4EF8A1}"/>
          </ac:picMkLst>
        </pc:picChg>
        <pc:picChg chg="add mod">
          <ac:chgData name="村田　匡輝（豊田高専）" userId="0f6e8962-29cf-4010-9503-85933b69c850" providerId="ADAL" clId="{FB754435-BE19-F941-9DAA-594B1F201DBE}" dt="2025-03-25T06:55:06.248" v="30235" actId="164"/>
          <ac:picMkLst>
            <pc:docMk/>
            <pc:sldMk cId="1517287694" sldId="259"/>
            <ac:picMk id="14" creationId="{E46333C1-D2E9-E9A1-0918-9D6521A79EC3}"/>
          </ac:picMkLst>
        </pc:picChg>
        <pc:picChg chg="add mod">
          <ac:chgData name="村田　匡輝（豊田高専）" userId="0f6e8962-29cf-4010-9503-85933b69c850" providerId="ADAL" clId="{FB754435-BE19-F941-9DAA-594B1F201DBE}" dt="2025-03-25T06:51:35.758" v="30095" actId="1036"/>
          <ac:picMkLst>
            <pc:docMk/>
            <pc:sldMk cId="1517287694" sldId="259"/>
            <ac:picMk id="16" creationId="{32EF473F-6C49-645A-F7E5-0B743A084FB2}"/>
          </ac:picMkLst>
        </pc:picChg>
        <pc:picChg chg="add mod">
          <ac:chgData name="村田　匡輝（豊田高専）" userId="0f6e8962-29cf-4010-9503-85933b69c850" providerId="ADAL" clId="{FB754435-BE19-F941-9DAA-594B1F201DBE}" dt="2025-03-25T06:55:06.248" v="30235" actId="164"/>
          <ac:picMkLst>
            <pc:docMk/>
            <pc:sldMk cId="1517287694" sldId="259"/>
            <ac:picMk id="17" creationId="{AD33A73F-2F7C-52D0-AE3A-A4C426AFDE8A}"/>
          </ac:picMkLst>
        </pc:picChg>
        <pc:picChg chg="add mod">
          <ac:chgData name="村田　匡輝（豊田高専）" userId="0f6e8962-29cf-4010-9503-85933b69c850" providerId="ADAL" clId="{FB754435-BE19-F941-9DAA-594B1F201DBE}" dt="2025-03-25T06:55:06.248" v="30235" actId="164"/>
          <ac:picMkLst>
            <pc:docMk/>
            <pc:sldMk cId="1517287694" sldId="259"/>
            <ac:picMk id="18" creationId="{B9AEB1C2-D6A4-06D9-01F7-2E8BB82BF6A4}"/>
          </ac:picMkLst>
        </pc:picChg>
        <pc:cxnChg chg="add mod">
          <ac:chgData name="村田　匡輝（豊田高専）" userId="0f6e8962-29cf-4010-9503-85933b69c850" providerId="ADAL" clId="{FB754435-BE19-F941-9DAA-594B1F201DBE}" dt="2025-03-25T07:11:36.341" v="30429"/>
          <ac:cxnSpMkLst>
            <pc:docMk/>
            <pc:sldMk cId="1517287694" sldId="259"/>
            <ac:cxnSpMk id="28" creationId="{0F93C484-70E9-3856-B5A5-C239A0904EF7}"/>
          </ac:cxnSpMkLst>
        </pc:cxnChg>
      </pc:sldChg>
      <pc:sldChg chg="addSp modSp mod ord modShow modNotesTx">
        <pc:chgData name="村田　匡輝（豊田高専）" userId="0f6e8962-29cf-4010-9503-85933b69c850" providerId="ADAL" clId="{FB754435-BE19-F941-9DAA-594B1F201DBE}" dt="2025-03-28T06:12:15.188" v="38503" actId="729"/>
        <pc:sldMkLst>
          <pc:docMk/>
          <pc:sldMk cId="3904935936" sldId="260"/>
        </pc:sldMkLst>
        <pc:spChg chg="mod">
          <ac:chgData name="村田　匡輝（豊田高専）" userId="0f6e8962-29cf-4010-9503-85933b69c850" providerId="ADAL" clId="{FB754435-BE19-F941-9DAA-594B1F201DBE}" dt="2025-03-20T15:25:52.766" v="10205"/>
          <ac:spMkLst>
            <pc:docMk/>
            <pc:sldMk cId="3904935936" sldId="260"/>
            <ac:spMk id="2" creationId="{8DB1D0F4-B347-26FA-B4DB-968496B97DAE}"/>
          </ac:spMkLst>
        </pc:spChg>
        <pc:spChg chg="mod">
          <ac:chgData name="村田　匡輝（豊田高専）" userId="0f6e8962-29cf-4010-9503-85933b69c850" providerId="ADAL" clId="{FB754435-BE19-F941-9DAA-594B1F201DBE}" dt="2025-03-21T01:25:03.657" v="15922" actId="20577"/>
          <ac:spMkLst>
            <pc:docMk/>
            <pc:sldMk cId="3904935936" sldId="260"/>
            <ac:spMk id="3" creationId="{11D2CC4B-05D4-0090-D5B9-3034352E8218}"/>
          </ac:spMkLst>
        </pc:spChg>
        <pc:spChg chg="add mod">
          <ac:chgData name="村田　匡輝（豊田高専）" userId="0f6e8962-29cf-4010-9503-85933b69c850" providerId="ADAL" clId="{FB754435-BE19-F941-9DAA-594B1F201DBE}" dt="2025-03-20T15:26:16.222" v="10216"/>
          <ac:spMkLst>
            <pc:docMk/>
            <pc:sldMk cId="3904935936" sldId="260"/>
            <ac:spMk id="4" creationId="{3922B371-3E44-13BE-B59B-D261ED54E2B1}"/>
          </ac:spMkLst>
        </pc:spChg>
      </pc:sldChg>
      <pc:sldChg chg="addSp delSp modSp add mod modAnim chgLayout modNotesTx">
        <pc:chgData name="村田　匡輝（豊田高専）" userId="0f6e8962-29cf-4010-9503-85933b69c850" providerId="ADAL" clId="{FB754435-BE19-F941-9DAA-594B1F201DBE}" dt="2025-03-29T10:06:39.767" v="57747" actId="27636"/>
        <pc:sldMkLst>
          <pc:docMk/>
          <pc:sldMk cId="1447722001" sldId="261"/>
        </pc:sldMkLst>
        <pc:spChg chg="mod ord">
          <ac:chgData name="村田　匡輝（豊田高専）" userId="0f6e8962-29cf-4010-9503-85933b69c850" providerId="ADAL" clId="{FB754435-BE19-F941-9DAA-594B1F201DBE}" dt="2025-03-27T04:23:03.884" v="33017" actId="6264"/>
          <ac:spMkLst>
            <pc:docMk/>
            <pc:sldMk cId="1447722001" sldId="261"/>
            <ac:spMk id="2" creationId="{D883D7A7-17F0-34BE-3269-8C25F0E1025F}"/>
          </ac:spMkLst>
        </pc:spChg>
        <pc:spChg chg="mod ord">
          <ac:chgData name="村田　匡輝（豊田高専）" userId="0f6e8962-29cf-4010-9503-85933b69c850" providerId="ADAL" clId="{FB754435-BE19-F941-9DAA-594B1F201DBE}" dt="2025-03-29T10:06:39.767" v="57747" actId="27636"/>
          <ac:spMkLst>
            <pc:docMk/>
            <pc:sldMk cId="1447722001" sldId="261"/>
            <ac:spMk id="3" creationId="{38196FFD-A987-AF46-854E-1C29B1C33C81}"/>
          </ac:spMkLst>
        </pc:spChg>
        <pc:spChg chg="add mod ord">
          <ac:chgData name="村田　匡輝（豊田高専）" userId="0f6e8962-29cf-4010-9503-85933b69c850" providerId="ADAL" clId="{FB754435-BE19-F941-9DAA-594B1F201DBE}" dt="2025-03-27T04:23:03.884" v="33017" actId="6264"/>
          <ac:spMkLst>
            <pc:docMk/>
            <pc:sldMk cId="1447722001" sldId="261"/>
            <ac:spMk id="4" creationId="{3122FF46-21C6-4A5F-F941-CB0115C904BB}"/>
          </ac:spMkLst>
        </pc:spChg>
      </pc:sldChg>
      <pc:sldChg chg="del">
        <pc:chgData name="村田　匡輝（豊田高専）" userId="0f6e8962-29cf-4010-9503-85933b69c850" providerId="ADAL" clId="{FB754435-BE19-F941-9DAA-594B1F201DBE}" dt="2025-03-05T14:18:38.605" v="0" actId="2696"/>
        <pc:sldMkLst>
          <pc:docMk/>
          <pc:sldMk cId="3544408486" sldId="261"/>
        </pc:sldMkLst>
      </pc:sldChg>
      <pc:sldChg chg="del">
        <pc:chgData name="村田　匡輝（豊田高専）" userId="0f6e8962-29cf-4010-9503-85933b69c850" providerId="ADAL" clId="{FB754435-BE19-F941-9DAA-594B1F201DBE}" dt="2025-03-05T14:18:38.605" v="0" actId="2696"/>
        <pc:sldMkLst>
          <pc:docMk/>
          <pc:sldMk cId="2176603189" sldId="262"/>
        </pc:sldMkLst>
      </pc:sldChg>
      <pc:sldChg chg="addSp modSp add del mod modShow">
        <pc:chgData name="村田　匡輝（豊田高専）" userId="0f6e8962-29cf-4010-9503-85933b69c850" providerId="ADAL" clId="{FB754435-BE19-F941-9DAA-594B1F201DBE}" dt="2025-03-28T04:28:43.655" v="37006" actId="2696"/>
        <pc:sldMkLst>
          <pc:docMk/>
          <pc:sldMk cId="3466371958" sldId="262"/>
        </pc:sldMkLst>
      </pc:sldChg>
      <pc:sldChg chg="add">
        <pc:chgData name="村田　匡輝（豊田高専）" userId="0f6e8962-29cf-4010-9503-85933b69c850" providerId="ADAL" clId="{FB754435-BE19-F941-9DAA-594B1F201DBE}" dt="2025-03-28T04:28:47.336" v="37007"/>
        <pc:sldMkLst>
          <pc:docMk/>
          <pc:sldMk cId="3794753240" sldId="262"/>
        </pc:sldMkLst>
      </pc:sldChg>
      <pc:sldChg chg="add">
        <pc:chgData name="村田　匡輝（豊田高専）" userId="0f6e8962-29cf-4010-9503-85933b69c850" providerId="ADAL" clId="{FB754435-BE19-F941-9DAA-594B1F201DBE}" dt="2025-03-28T04:28:47.336" v="37007"/>
        <pc:sldMkLst>
          <pc:docMk/>
          <pc:sldMk cId="1425543396" sldId="263"/>
        </pc:sldMkLst>
      </pc:sldChg>
      <pc:sldChg chg="addSp modSp add del mod modShow modNotesTx">
        <pc:chgData name="村田　匡輝（豊田高専）" userId="0f6e8962-29cf-4010-9503-85933b69c850" providerId="ADAL" clId="{FB754435-BE19-F941-9DAA-594B1F201DBE}" dt="2025-03-28T04:28:43.655" v="37006" actId="2696"/>
        <pc:sldMkLst>
          <pc:docMk/>
          <pc:sldMk cId="1744168279" sldId="263"/>
        </pc:sldMkLst>
      </pc:sldChg>
      <pc:sldChg chg="del">
        <pc:chgData name="村田　匡輝（豊田高専）" userId="0f6e8962-29cf-4010-9503-85933b69c850" providerId="ADAL" clId="{FB754435-BE19-F941-9DAA-594B1F201DBE}" dt="2025-03-05T14:18:38.605" v="0" actId="2696"/>
        <pc:sldMkLst>
          <pc:docMk/>
          <pc:sldMk cId="3887976966" sldId="263"/>
        </pc:sldMkLst>
      </pc:sldChg>
      <pc:sldChg chg="addSp modSp mod ord modShow">
        <pc:chgData name="村田　匡輝（豊田高専）" userId="0f6e8962-29cf-4010-9503-85933b69c850" providerId="ADAL" clId="{FB754435-BE19-F941-9DAA-594B1F201DBE}" dt="2025-03-25T05:23:41.618" v="29033" actId="20578"/>
        <pc:sldMkLst>
          <pc:docMk/>
          <pc:sldMk cId="4215676709" sldId="264"/>
        </pc:sldMkLst>
        <pc:spChg chg="mod">
          <ac:chgData name="村田　匡輝（豊田高専）" userId="0f6e8962-29cf-4010-9503-85933b69c850" providerId="ADAL" clId="{FB754435-BE19-F941-9DAA-594B1F201DBE}" dt="2025-03-20T15:25:52.766" v="10205"/>
          <ac:spMkLst>
            <pc:docMk/>
            <pc:sldMk cId="4215676709" sldId="264"/>
            <ac:spMk id="2" creationId="{65D61B3E-687A-E111-30BB-B12DC5B848E3}"/>
          </ac:spMkLst>
        </pc:spChg>
        <pc:spChg chg="mod">
          <ac:chgData name="村田　匡輝（豊田高専）" userId="0f6e8962-29cf-4010-9503-85933b69c850" providerId="ADAL" clId="{FB754435-BE19-F941-9DAA-594B1F201DBE}" dt="2025-03-20T15:25:52.766" v="10205"/>
          <ac:spMkLst>
            <pc:docMk/>
            <pc:sldMk cId="4215676709" sldId="264"/>
            <ac:spMk id="3" creationId="{46D2B7C9-0D57-E439-2A4A-8336DD7B6D66}"/>
          </ac:spMkLst>
        </pc:spChg>
        <pc:spChg chg="add mod">
          <ac:chgData name="村田　匡輝（豊田高専）" userId="0f6e8962-29cf-4010-9503-85933b69c850" providerId="ADAL" clId="{FB754435-BE19-F941-9DAA-594B1F201DBE}" dt="2025-03-20T15:26:16.222" v="10216"/>
          <ac:spMkLst>
            <pc:docMk/>
            <pc:sldMk cId="4215676709" sldId="264"/>
            <ac:spMk id="4" creationId="{23466E5E-8EF4-8EE9-F85F-B99C4AFDD838}"/>
          </ac:spMkLst>
        </pc:spChg>
      </pc:sldChg>
      <pc:sldChg chg="addSp modSp modNotesTx">
        <pc:chgData name="村田　匡輝（豊田高専）" userId="0f6e8962-29cf-4010-9503-85933b69c850" providerId="ADAL" clId="{FB754435-BE19-F941-9DAA-594B1F201DBE}" dt="2025-03-29T01:08:09.405" v="47209" actId="20577"/>
        <pc:sldMkLst>
          <pc:docMk/>
          <pc:sldMk cId="2069363420" sldId="265"/>
        </pc:sldMkLst>
        <pc:spChg chg="add mod">
          <ac:chgData name="村田　匡輝（豊田高専）" userId="0f6e8962-29cf-4010-9503-85933b69c850" providerId="ADAL" clId="{FB754435-BE19-F941-9DAA-594B1F201DBE}" dt="2025-03-20T15:26:16.222" v="10216"/>
          <ac:spMkLst>
            <pc:docMk/>
            <pc:sldMk cId="2069363420" sldId="265"/>
            <ac:spMk id="2" creationId="{6A607EB7-428A-B4F7-9BE3-BC1D957C4540}"/>
          </ac:spMkLst>
        </pc:spChg>
        <pc:spChg chg="mod">
          <ac:chgData name="村田　匡輝（豊田高専）" userId="0f6e8962-29cf-4010-9503-85933b69c850" providerId="ADAL" clId="{FB754435-BE19-F941-9DAA-594B1F201DBE}" dt="2025-03-20T15:25:52.766" v="10205"/>
          <ac:spMkLst>
            <pc:docMk/>
            <pc:sldMk cId="2069363420" sldId="265"/>
            <ac:spMk id="4" creationId="{88E79FEE-F242-F6C3-2481-BAA3B12F4E9A}"/>
          </ac:spMkLst>
        </pc:spChg>
        <pc:spChg chg="mod">
          <ac:chgData name="村田　匡輝（豊田高専）" userId="0f6e8962-29cf-4010-9503-85933b69c850" providerId="ADAL" clId="{FB754435-BE19-F941-9DAA-594B1F201DBE}" dt="2025-03-20T15:25:52.766" v="10205"/>
          <ac:spMkLst>
            <pc:docMk/>
            <pc:sldMk cId="2069363420" sldId="265"/>
            <ac:spMk id="5" creationId="{7D80F15A-DCA0-F81A-17C0-B09CA23B6C4E}"/>
          </ac:spMkLst>
        </pc:spChg>
      </pc:sldChg>
      <pc:sldChg chg="addSp modSp modNotesTx">
        <pc:chgData name="村田　匡輝（豊田高専）" userId="0f6e8962-29cf-4010-9503-85933b69c850" providerId="ADAL" clId="{FB754435-BE19-F941-9DAA-594B1F201DBE}" dt="2025-03-29T09:29:42.956" v="57148" actId="20577"/>
        <pc:sldMkLst>
          <pc:docMk/>
          <pc:sldMk cId="997743002" sldId="266"/>
        </pc:sldMkLst>
        <pc:spChg chg="add mod">
          <ac:chgData name="村田　匡輝（豊田高専）" userId="0f6e8962-29cf-4010-9503-85933b69c850" providerId="ADAL" clId="{FB754435-BE19-F941-9DAA-594B1F201DBE}" dt="2025-03-20T15:26:16.222" v="10216"/>
          <ac:spMkLst>
            <pc:docMk/>
            <pc:sldMk cId="997743002" sldId="266"/>
            <ac:spMk id="2" creationId="{B404FA10-04E5-F202-A5C4-1CEF47AB3080}"/>
          </ac:spMkLst>
        </pc:spChg>
        <pc:spChg chg="mod">
          <ac:chgData name="村田　匡輝（豊田高専）" userId="0f6e8962-29cf-4010-9503-85933b69c850" providerId="ADAL" clId="{FB754435-BE19-F941-9DAA-594B1F201DBE}" dt="2025-03-20T15:25:52.766" v="10205"/>
          <ac:spMkLst>
            <pc:docMk/>
            <pc:sldMk cId="997743002" sldId="266"/>
            <ac:spMk id="6" creationId="{FF02CBD9-B1D6-5A50-1CD7-76ACBDB7BFC6}"/>
          </ac:spMkLst>
        </pc:spChg>
        <pc:spChg chg="mod">
          <ac:chgData name="村田　匡輝（豊田高専）" userId="0f6e8962-29cf-4010-9503-85933b69c850" providerId="ADAL" clId="{FB754435-BE19-F941-9DAA-594B1F201DBE}" dt="2025-03-20T15:25:52.766" v="10205"/>
          <ac:spMkLst>
            <pc:docMk/>
            <pc:sldMk cId="997743002" sldId="266"/>
            <ac:spMk id="7" creationId="{CC89B1C1-78AC-AD26-201B-728E9AD7D061}"/>
          </ac:spMkLst>
        </pc:spChg>
      </pc:sldChg>
      <pc:sldChg chg="addSp modSp del mod ord modShow modNotesTx">
        <pc:chgData name="村田　匡輝（豊田高専）" userId="0f6e8962-29cf-4010-9503-85933b69c850" providerId="ADAL" clId="{FB754435-BE19-F941-9DAA-594B1F201DBE}" dt="2025-03-27T06:38:04.463" v="33747" actId="2696"/>
        <pc:sldMkLst>
          <pc:docMk/>
          <pc:sldMk cId="180814709" sldId="267"/>
        </pc:sldMkLst>
      </pc:sldChg>
      <pc:sldChg chg="add">
        <pc:chgData name="村田　匡輝（豊田高専）" userId="0f6e8962-29cf-4010-9503-85933b69c850" providerId="ADAL" clId="{FB754435-BE19-F941-9DAA-594B1F201DBE}" dt="2025-03-27T06:38:12.116" v="33748"/>
        <pc:sldMkLst>
          <pc:docMk/>
          <pc:sldMk cId="3295564799" sldId="267"/>
        </pc:sldMkLst>
      </pc:sldChg>
      <pc:sldChg chg="addSp modSp del mod modShow modNotesTx">
        <pc:chgData name="村田　匡輝（豊田高専）" userId="0f6e8962-29cf-4010-9503-85933b69c850" providerId="ADAL" clId="{FB754435-BE19-F941-9DAA-594B1F201DBE}" dt="2025-03-27T06:38:04.463" v="33747" actId="2696"/>
        <pc:sldMkLst>
          <pc:docMk/>
          <pc:sldMk cId="137432285" sldId="268"/>
        </pc:sldMkLst>
      </pc:sldChg>
      <pc:sldChg chg="add">
        <pc:chgData name="村田　匡輝（豊田高専）" userId="0f6e8962-29cf-4010-9503-85933b69c850" providerId="ADAL" clId="{FB754435-BE19-F941-9DAA-594B1F201DBE}" dt="2025-03-27T06:38:12.116" v="33748"/>
        <pc:sldMkLst>
          <pc:docMk/>
          <pc:sldMk cId="615087567" sldId="268"/>
        </pc:sldMkLst>
      </pc:sldChg>
      <pc:sldChg chg="add">
        <pc:chgData name="村田　匡輝（豊田高専）" userId="0f6e8962-29cf-4010-9503-85933b69c850" providerId="ADAL" clId="{FB754435-BE19-F941-9DAA-594B1F201DBE}" dt="2025-03-25T05:23:35.599" v="29031"/>
        <pc:sldMkLst>
          <pc:docMk/>
          <pc:sldMk cId="2637909861" sldId="269"/>
        </pc:sldMkLst>
      </pc:sldChg>
      <pc:sldChg chg="addSp delSp modSp new del mod ord setBg modShow chgLayout modNotesTx">
        <pc:chgData name="村田　匡輝（豊田高専）" userId="0f6e8962-29cf-4010-9503-85933b69c850" providerId="ADAL" clId="{FB754435-BE19-F941-9DAA-594B1F201DBE}" dt="2025-03-25T05:23:28.913" v="29030" actId="2696"/>
        <pc:sldMkLst>
          <pc:docMk/>
          <pc:sldMk cId="3883866305" sldId="269"/>
        </pc:sldMkLst>
      </pc:sldChg>
      <pc:sldChg chg="addSp modSp add del mod modShow">
        <pc:chgData name="村田　匡輝（豊田高専）" userId="0f6e8962-29cf-4010-9503-85933b69c850" providerId="ADAL" clId="{FB754435-BE19-F941-9DAA-594B1F201DBE}" dt="2025-03-28T04:28:43.655" v="37006" actId="2696"/>
        <pc:sldMkLst>
          <pc:docMk/>
          <pc:sldMk cId="1139857841" sldId="270"/>
        </pc:sldMkLst>
      </pc:sldChg>
      <pc:sldChg chg="add">
        <pc:chgData name="村田　匡輝（豊田高専）" userId="0f6e8962-29cf-4010-9503-85933b69c850" providerId="ADAL" clId="{FB754435-BE19-F941-9DAA-594B1F201DBE}" dt="2025-03-28T04:28:47.336" v="37007"/>
        <pc:sldMkLst>
          <pc:docMk/>
          <pc:sldMk cId="4241300576" sldId="270"/>
        </pc:sldMkLst>
      </pc:sldChg>
      <pc:sldChg chg="add">
        <pc:chgData name="村田　匡輝（豊田高専）" userId="0f6e8962-29cf-4010-9503-85933b69c850" providerId="ADAL" clId="{FB754435-BE19-F941-9DAA-594B1F201DBE}" dt="2025-03-28T04:28:47.336" v="37007"/>
        <pc:sldMkLst>
          <pc:docMk/>
          <pc:sldMk cId="975021992" sldId="271"/>
        </pc:sldMkLst>
      </pc:sldChg>
      <pc:sldChg chg="addSp modSp add del mod ord modShow modNotesTx">
        <pc:chgData name="村田　匡輝（豊田高専）" userId="0f6e8962-29cf-4010-9503-85933b69c850" providerId="ADAL" clId="{FB754435-BE19-F941-9DAA-594B1F201DBE}" dt="2025-03-28T04:28:43.655" v="37006" actId="2696"/>
        <pc:sldMkLst>
          <pc:docMk/>
          <pc:sldMk cId="2394526810" sldId="271"/>
        </pc:sldMkLst>
      </pc:sldChg>
      <pc:sldChg chg="addSp modSp add del mod modShow modNotesTx">
        <pc:chgData name="村田　匡輝（豊田高専）" userId="0f6e8962-29cf-4010-9503-85933b69c850" providerId="ADAL" clId="{FB754435-BE19-F941-9DAA-594B1F201DBE}" dt="2025-03-28T04:28:43.655" v="37006" actId="2696"/>
        <pc:sldMkLst>
          <pc:docMk/>
          <pc:sldMk cId="716252889" sldId="272"/>
        </pc:sldMkLst>
      </pc:sldChg>
      <pc:sldChg chg="add">
        <pc:chgData name="村田　匡輝（豊田高専）" userId="0f6e8962-29cf-4010-9503-85933b69c850" providerId="ADAL" clId="{FB754435-BE19-F941-9DAA-594B1F201DBE}" dt="2025-03-28T04:28:47.336" v="37007"/>
        <pc:sldMkLst>
          <pc:docMk/>
          <pc:sldMk cId="3894971081" sldId="272"/>
        </pc:sldMkLst>
      </pc:sldChg>
      <pc:sldChg chg="add">
        <pc:chgData name="村田　匡輝（豊田高専）" userId="0f6e8962-29cf-4010-9503-85933b69c850" providerId="ADAL" clId="{FB754435-BE19-F941-9DAA-594B1F201DBE}" dt="2025-03-27T08:02:42.101" v="34390"/>
        <pc:sldMkLst>
          <pc:docMk/>
          <pc:sldMk cId="101782987" sldId="273"/>
        </pc:sldMkLst>
      </pc:sldChg>
      <pc:sldChg chg="addSp delSp modSp new del mod modShow modNotesTx">
        <pc:chgData name="村田　匡輝（豊田高専）" userId="0f6e8962-29cf-4010-9503-85933b69c850" providerId="ADAL" clId="{FB754435-BE19-F941-9DAA-594B1F201DBE}" dt="2025-03-27T08:02:39.649" v="34389" actId="2696"/>
        <pc:sldMkLst>
          <pc:docMk/>
          <pc:sldMk cId="2678437971" sldId="273"/>
        </pc:sldMkLst>
      </pc:sldChg>
      <pc:sldChg chg="addSp modSp add mod">
        <pc:chgData name="村田　匡輝（豊田高専）" userId="0f6e8962-29cf-4010-9503-85933b69c850" providerId="ADAL" clId="{FB754435-BE19-F941-9DAA-594B1F201DBE}" dt="2025-03-20T15:26:16.222" v="10216"/>
        <pc:sldMkLst>
          <pc:docMk/>
          <pc:sldMk cId="600776606" sldId="274"/>
        </pc:sldMkLst>
        <pc:spChg chg="mod">
          <ac:chgData name="村田　匡輝（豊田高専）" userId="0f6e8962-29cf-4010-9503-85933b69c850" providerId="ADAL" clId="{FB754435-BE19-F941-9DAA-594B1F201DBE}" dt="2025-03-20T15:25:53.180" v="10210" actId="27636"/>
          <ac:spMkLst>
            <pc:docMk/>
            <pc:sldMk cId="600776606" sldId="274"/>
            <ac:spMk id="2" creationId="{D9675220-8C76-AD42-1E2E-4A0AAE6CF838}"/>
          </ac:spMkLst>
        </pc:spChg>
        <pc:spChg chg="mod">
          <ac:chgData name="村田　匡輝（豊田高専）" userId="0f6e8962-29cf-4010-9503-85933b69c850" providerId="ADAL" clId="{FB754435-BE19-F941-9DAA-594B1F201DBE}" dt="2025-03-20T15:25:53.189" v="10211" actId="27636"/>
          <ac:spMkLst>
            <pc:docMk/>
            <pc:sldMk cId="600776606" sldId="274"/>
            <ac:spMk id="3" creationId="{88E50B6D-C13A-74F9-00DA-7B14C2F8E729}"/>
          </ac:spMkLst>
        </pc:spChg>
        <pc:spChg chg="add mod">
          <ac:chgData name="村田　匡輝（豊田高専）" userId="0f6e8962-29cf-4010-9503-85933b69c850" providerId="ADAL" clId="{FB754435-BE19-F941-9DAA-594B1F201DBE}" dt="2025-03-20T15:26:16.222" v="10216"/>
          <ac:spMkLst>
            <pc:docMk/>
            <pc:sldMk cId="600776606" sldId="274"/>
            <ac:spMk id="4" creationId="{CFE9E301-9AD6-84D0-C785-B8FD57319CFE}"/>
          </ac:spMkLst>
        </pc:spChg>
      </pc:sldChg>
      <pc:sldChg chg="modSp new del mod modShow">
        <pc:chgData name="村田　匡輝（豊田高専）" userId="0f6e8962-29cf-4010-9503-85933b69c850" providerId="ADAL" clId="{FB754435-BE19-F941-9DAA-594B1F201DBE}" dt="2025-03-13T02:38:51.609" v="8124" actId="2696"/>
        <pc:sldMkLst>
          <pc:docMk/>
          <pc:sldMk cId="938063076" sldId="274"/>
        </pc:sldMkLst>
      </pc:sldChg>
      <pc:sldChg chg="addSp modSp add mod">
        <pc:chgData name="村田　匡輝（豊田高専）" userId="0f6e8962-29cf-4010-9503-85933b69c850" providerId="ADAL" clId="{FB754435-BE19-F941-9DAA-594B1F201DBE}" dt="2025-03-20T15:26:16.222" v="10216"/>
        <pc:sldMkLst>
          <pc:docMk/>
          <pc:sldMk cId="1178686205" sldId="275"/>
        </pc:sldMkLst>
        <pc:spChg chg="mod">
          <ac:chgData name="村田　匡輝（豊田高専）" userId="0f6e8962-29cf-4010-9503-85933b69c850" providerId="ADAL" clId="{FB754435-BE19-F941-9DAA-594B1F201DBE}" dt="2025-03-20T15:25:53.240" v="10213" actId="27636"/>
          <ac:spMkLst>
            <pc:docMk/>
            <pc:sldMk cId="1178686205" sldId="275"/>
            <ac:spMk id="2" creationId="{DFABF0BF-0407-24E5-60DB-E101F34F5B97}"/>
          </ac:spMkLst>
        </pc:spChg>
        <pc:spChg chg="mod">
          <ac:chgData name="村田　匡輝（豊田高専）" userId="0f6e8962-29cf-4010-9503-85933b69c850" providerId="ADAL" clId="{FB754435-BE19-F941-9DAA-594B1F201DBE}" dt="2025-03-20T15:25:53.238" v="10212" actId="27636"/>
          <ac:spMkLst>
            <pc:docMk/>
            <pc:sldMk cId="1178686205" sldId="275"/>
            <ac:spMk id="3" creationId="{80C3C909-9AC6-FFC3-2924-DB5A2A7B5059}"/>
          </ac:spMkLst>
        </pc:spChg>
        <pc:spChg chg="add mod">
          <ac:chgData name="村田　匡輝（豊田高専）" userId="0f6e8962-29cf-4010-9503-85933b69c850" providerId="ADAL" clId="{FB754435-BE19-F941-9DAA-594B1F201DBE}" dt="2025-03-20T15:26:16.222" v="10216"/>
          <ac:spMkLst>
            <pc:docMk/>
            <pc:sldMk cId="1178686205" sldId="275"/>
            <ac:spMk id="4" creationId="{C6B5ACF5-51BA-C1D7-0D0A-53DD2ABF49ED}"/>
          </ac:spMkLst>
        </pc:spChg>
      </pc:sldChg>
      <pc:sldChg chg="modSp new del mod modShow">
        <pc:chgData name="村田　匡輝（豊田高専）" userId="0f6e8962-29cf-4010-9503-85933b69c850" providerId="ADAL" clId="{FB754435-BE19-F941-9DAA-594B1F201DBE}" dt="2025-03-13T02:38:51.609" v="8124" actId="2696"/>
        <pc:sldMkLst>
          <pc:docMk/>
          <pc:sldMk cId="4210256772" sldId="275"/>
        </pc:sldMkLst>
      </pc:sldChg>
      <pc:sldChg chg="addSp delSp modSp new del mod">
        <pc:chgData name="村田　匡輝（豊田高専）" userId="0f6e8962-29cf-4010-9503-85933b69c850" providerId="ADAL" clId="{FB754435-BE19-F941-9DAA-594B1F201DBE}" dt="2025-03-12T08:12:10.026" v="7473" actId="2696"/>
        <pc:sldMkLst>
          <pc:docMk/>
          <pc:sldMk cId="48703835" sldId="276"/>
        </pc:sldMkLst>
      </pc:sldChg>
      <pc:sldChg chg="modSp add del mod">
        <pc:chgData name="村田　匡輝（豊田高専）" userId="0f6e8962-29cf-4010-9503-85933b69c850" providerId="ADAL" clId="{FB754435-BE19-F941-9DAA-594B1F201DBE}" dt="2025-03-25T05:51:32.628" v="29360" actId="2696"/>
        <pc:sldMkLst>
          <pc:docMk/>
          <pc:sldMk cId="738712741" sldId="276"/>
        </pc:sldMkLst>
      </pc:sldChg>
      <pc:sldChg chg="modSp new del mod ord modShow modNotesTx">
        <pc:chgData name="村田　匡輝（豊田高専）" userId="0f6e8962-29cf-4010-9503-85933b69c850" providerId="ADAL" clId="{FB754435-BE19-F941-9DAA-594B1F201DBE}" dt="2025-03-25T05:23:28.913" v="29030" actId="2696"/>
        <pc:sldMkLst>
          <pc:docMk/>
          <pc:sldMk cId="926139432" sldId="277"/>
        </pc:sldMkLst>
      </pc:sldChg>
      <pc:sldChg chg="new del">
        <pc:chgData name="村田　匡輝（豊田高専）" userId="0f6e8962-29cf-4010-9503-85933b69c850" providerId="ADAL" clId="{FB754435-BE19-F941-9DAA-594B1F201DBE}" dt="2025-03-20T21:23:33.348" v="12610" actId="680"/>
        <pc:sldMkLst>
          <pc:docMk/>
          <pc:sldMk cId="2707399409" sldId="277"/>
        </pc:sldMkLst>
      </pc:sldChg>
      <pc:sldChg chg="modSp new del mod">
        <pc:chgData name="村田　匡輝（豊田高専）" userId="0f6e8962-29cf-4010-9503-85933b69c850" providerId="ADAL" clId="{FB754435-BE19-F941-9DAA-594B1F201DBE}" dt="2025-03-21T00:15:15.589" v="14080" actId="2696"/>
        <pc:sldMkLst>
          <pc:docMk/>
          <pc:sldMk cId="2764285779" sldId="277"/>
        </pc:sldMkLst>
      </pc:sldChg>
      <pc:sldChg chg="add">
        <pc:chgData name="村田　匡輝（豊田高専）" userId="0f6e8962-29cf-4010-9503-85933b69c850" providerId="ADAL" clId="{FB754435-BE19-F941-9DAA-594B1F201DBE}" dt="2025-03-25T05:23:35.599" v="29031"/>
        <pc:sldMkLst>
          <pc:docMk/>
          <pc:sldMk cId="3818735169" sldId="277"/>
        </pc:sldMkLst>
      </pc:sldChg>
      <pc:sldChg chg="add">
        <pc:chgData name="村田　匡輝（豊田高専）" userId="0f6e8962-29cf-4010-9503-85933b69c850" providerId="ADAL" clId="{FB754435-BE19-F941-9DAA-594B1F201DBE}" dt="2025-03-25T05:23:35.599" v="29031"/>
        <pc:sldMkLst>
          <pc:docMk/>
          <pc:sldMk cId="1804057560" sldId="278"/>
        </pc:sldMkLst>
      </pc:sldChg>
      <pc:sldChg chg="addSp modSp new del mod ord modShow modNotesTx">
        <pc:chgData name="村田　匡輝（豊田高専）" userId="0f6e8962-29cf-4010-9503-85933b69c850" providerId="ADAL" clId="{FB754435-BE19-F941-9DAA-594B1F201DBE}" dt="2025-03-25T05:23:28.913" v="29030" actId="2696"/>
        <pc:sldMkLst>
          <pc:docMk/>
          <pc:sldMk cId="4164345950" sldId="278"/>
        </pc:sldMkLst>
      </pc:sldChg>
      <pc:sldChg chg="addSp delSp modSp new del mod modAnim modShow chgLayout modNotesTx">
        <pc:chgData name="村田　匡輝（豊田高専）" userId="0f6e8962-29cf-4010-9503-85933b69c850" providerId="ADAL" clId="{FB754435-BE19-F941-9DAA-594B1F201DBE}" dt="2025-03-25T05:23:28.913" v="29030" actId="2696"/>
        <pc:sldMkLst>
          <pc:docMk/>
          <pc:sldMk cId="750767565" sldId="279"/>
        </pc:sldMkLst>
      </pc:sldChg>
      <pc:sldChg chg="add">
        <pc:chgData name="村田　匡輝（豊田高専）" userId="0f6e8962-29cf-4010-9503-85933b69c850" providerId="ADAL" clId="{FB754435-BE19-F941-9DAA-594B1F201DBE}" dt="2025-03-25T05:23:35.599" v="29031"/>
        <pc:sldMkLst>
          <pc:docMk/>
          <pc:sldMk cId="4245224887" sldId="279"/>
        </pc:sldMkLst>
      </pc:sldChg>
      <pc:sldChg chg="addSp delSp modSp new del mod ord modShow modNotesTx">
        <pc:chgData name="村田　匡輝（豊田高専）" userId="0f6e8962-29cf-4010-9503-85933b69c850" providerId="ADAL" clId="{FB754435-BE19-F941-9DAA-594B1F201DBE}" dt="2025-03-25T05:23:28.913" v="29030" actId="2696"/>
        <pc:sldMkLst>
          <pc:docMk/>
          <pc:sldMk cId="3393334779" sldId="280"/>
        </pc:sldMkLst>
      </pc:sldChg>
      <pc:sldChg chg="add">
        <pc:chgData name="村田　匡輝（豊田高専）" userId="0f6e8962-29cf-4010-9503-85933b69c850" providerId="ADAL" clId="{FB754435-BE19-F941-9DAA-594B1F201DBE}" dt="2025-03-25T05:23:35.599" v="29031"/>
        <pc:sldMkLst>
          <pc:docMk/>
          <pc:sldMk cId="3619627929" sldId="280"/>
        </pc:sldMkLst>
      </pc:sldChg>
      <pc:sldChg chg="addSp modSp new del mod">
        <pc:chgData name="村田　匡輝（豊田高専）" userId="0f6e8962-29cf-4010-9503-85933b69c850" providerId="ADAL" clId="{FB754435-BE19-F941-9DAA-594B1F201DBE}" dt="2025-03-23T09:13:33.644" v="20825" actId="2696"/>
        <pc:sldMkLst>
          <pc:docMk/>
          <pc:sldMk cId="1686601756" sldId="281"/>
        </pc:sldMkLst>
      </pc:sldChg>
      <pc:sldChg chg="add">
        <pc:chgData name="村田　匡輝（豊田高専）" userId="0f6e8962-29cf-4010-9503-85933b69c850" providerId="ADAL" clId="{FB754435-BE19-F941-9DAA-594B1F201DBE}" dt="2025-03-27T06:38:12.116" v="33748"/>
        <pc:sldMkLst>
          <pc:docMk/>
          <pc:sldMk cId="1056712704" sldId="282"/>
        </pc:sldMkLst>
      </pc:sldChg>
      <pc:sldChg chg="addSp delSp modSp add del mod ord modClrScheme modShow chgLayout">
        <pc:chgData name="村田　匡輝（豊田高専）" userId="0f6e8962-29cf-4010-9503-85933b69c850" providerId="ADAL" clId="{FB754435-BE19-F941-9DAA-594B1F201DBE}" dt="2025-03-27T06:38:04.463" v="33747" actId="2696"/>
        <pc:sldMkLst>
          <pc:docMk/>
          <pc:sldMk cId="3636888298" sldId="282"/>
        </pc:sldMkLst>
      </pc:sldChg>
      <pc:sldChg chg="addSp delSp modSp new mod modClrScheme modAnim chgLayout modNotesTx">
        <pc:chgData name="村田　匡輝（豊田高専）" userId="0f6e8962-29cf-4010-9503-85933b69c850" providerId="ADAL" clId="{FB754435-BE19-F941-9DAA-594B1F201DBE}" dt="2025-03-29T10:14:31.283" v="58091" actId="20577"/>
        <pc:sldMkLst>
          <pc:docMk/>
          <pc:sldMk cId="5283702" sldId="283"/>
        </pc:sldMkLst>
        <pc:spChg chg="mod ord">
          <ac:chgData name="村田　匡輝（豊田高専）" userId="0f6e8962-29cf-4010-9503-85933b69c850" providerId="ADAL" clId="{FB754435-BE19-F941-9DAA-594B1F201DBE}" dt="2025-03-24T07:17:51.927" v="24397" actId="700"/>
          <ac:spMkLst>
            <pc:docMk/>
            <pc:sldMk cId="5283702" sldId="283"/>
            <ac:spMk id="2" creationId="{098BC134-B403-27E6-61C5-CE32CE9196A2}"/>
          </ac:spMkLst>
        </pc:spChg>
        <pc:spChg chg="mod ord">
          <ac:chgData name="村田　匡輝（豊田高専）" userId="0f6e8962-29cf-4010-9503-85933b69c850" providerId="ADAL" clId="{FB754435-BE19-F941-9DAA-594B1F201DBE}" dt="2025-03-24T07:17:51.927" v="24397" actId="700"/>
          <ac:spMkLst>
            <pc:docMk/>
            <pc:sldMk cId="5283702" sldId="283"/>
            <ac:spMk id="3" creationId="{0921BBD2-58F0-232C-1F74-015BC41654A5}"/>
          </ac:spMkLst>
        </pc:spChg>
        <pc:spChg chg="add mod ord">
          <ac:chgData name="村田　匡輝（豊田高専）" userId="0f6e8962-29cf-4010-9503-85933b69c850" providerId="ADAL" clId="{FB754435-BE19-F941-9DAA-594B1F201DBE}" dt="2025-03-27T14:54:07.644" v="34600" actId="20577"/>
          <ac:spMkLst>
            <pc:docMk/>
            <pc:sldMk cId="5283702" sldId="283"/>
            <ac:spMk id="7" creationId="{C6ECF4A9-09BE-35A7-D270-915A95BFF504}"/>
          </ac:spMkLst>
        </pc:spChg>
        <pc:spChg chg="add mod">
          <ac:chgData name="村田　匡輝（豊田高専）" userId="0f6e8962-29cf-4010-9503-85933b69c850" providerId="ADAL" clId="{FB754435-BE19-F941-9DAA-594B1F201DBE}" dt="2025-03-27T14:54:16.809" v="34601" actId="164"/>
          <ac:spMkLst>
            <pc:docMk/>
            <pc:sldMk cId="5283702" sldId="283"/>
            <ac:spMk id="9" creationId="{EE384426-87BC-76DC-79DB-C9108188082E}"/>
          </ac:spMkLst>
        </pc:spChg>
        <pc:spChg chg="add mod">
          <ac:chgData name="村田　匡輝（豊田高専）" userId="0f6e8962-29cf-4010-9503-85933b69c850" providerId="ADAL" clId="{FB754435-BE19-F941-9DAA-594B1F201DBE}" dt="2025-03-27T14:54:32.320" v="34603" actId="164"/>
          <ac:spMkLst>
            <pc:docMk/>
            <pc:sldMk cId="5283702" sldId="283"/>
            <ac:spMk id="11" creationId="{5AB0E48E-C1FD-993A-2A86-353BC9752B55}"/>
          </ac:spMkLst>
        </pc:spChg>
        <pc:spChg chg="mod topLvl">
          <ac:chgData name="村田　匡輝（豊田高専）" userId="0f6e8962-29cf-4010-9503-85933b69c850" providerId="ADAL" clId="{FB754435-BE19-F941-9DAA-594B1F201DBE}" dt="2025-03-27T14:54:24.787" v="34602" actId="164"/>
          <ac:spMkLst>
            <pc:docMk/>
            <pc:sldMk cId="5283702" sldId="283"/>
            <ac:spMk id="14" creationId="{3BE4F9FD-44AD-D714-21B5-32C457C7635E}"/>
          </ac:spMkLst>
        </pc:spChg>
        <pc:spChg chg="add mod">
          <ac:chgData name="村田　匡輝（豊田高専）" userId="0f6e8962-29cf-4010-9503-85933b69c850" providerId="ADAL" clId="{FB754435-BE19-F941-9DAA-594B1F201DBE}" dt="2025-03-27T14:54:41.719" v="34604" actId="164"/>
          <ac:spMkLst>
            <pc:docMk/>
            <pc:sldMk cId="5283702" sldId="283"/>
            <ac:spMk id="20" creationId="{786E9ECA-1CC6-107F-2B91-D64EC33D907B}"/>
          </ac:spMkLst>
        </pc:spChg>
        <pc:spChg chg="add mod ord">
          <ac:chgData name="村田　匡輝（豊田高専）" userId="0f6e8962-29cf-4010-9503-85933b69c850" providerId="ADAL" clId="{FB754435-BE19-F941-9DAA-594B1F201DBE}" dt="2025-03-24T07:17:51.927" v="24397" actId="700"/>
          <ac:spMkLst>
            <pc:docMk/>
            <pc:sldMk cId="5283702" sldId="283"/>
            <ac:spMk id="21" creationId="{9EA30581-F106-E767-5B81-E6825A4C7E6B}"/>
          </ac:spMkLst>
        </pc:spChg>
        <pc:spChg chg="add mod">
          <ac:chgData name="村田　匡輝（豊田高専）" userId="0f6e8962-29cf-4010-9503-85933b69c850" providerId="ADAL" clId="{FB754435-BE19-F941-9DAA-594B1F201DBE}" dt="2025-03-27T06:11:08.324" v="33645" actId="1076"/>
          <ac:spMkLst>
            <pc:docMk/>
            <pc:sldMk cId="5283702" sldId="283"/>
            <ac:spMk id="22" creationId="{74D43F25-5E58-B814-19DC-ACC756D51533}"/>
          </ac:spMkLst>
        </pc:spChg>
        <pc:spChg chg="add mod">
          <ac:chgData name="村田　匡輝（豊田高専）" userId="0f6e8962-29cf-4010-9503-85933b69c850" providerId="ADAL" clId="{FB754435-BE19-F941-9DAA-594B1F201DBE}" dt="2025-03-27T14:56:33.435" v="34619" actId="164"/>
          <ac:spMkLst>
            <pc:docMk/>
            <pc:sldMk cId="5283702" sldId="283"/>
            <ac:spMk id="24" creationId="{AD9DB0DD-71DE-95D4-1FFA-1CC9040FDF07}"/>
          </ac:spMkLst>
        </pc:spChg>
        <pc:spChg chg="add mod">
          <ac:chgData name="村田　匡輝（豊田高専）" userId="0f6e8962-29cf-4010-9503-85933b69c850" providerId="ADAL" clId="{FB754435-BE19-F941-9DAA-594B1F201DBE}" dt="2025-03-27T15:02:37.423" v="34621" actId="114"/>
          <ac:spMkLst>
            <pc:docMk/>
            <pc:sldMk cId="5283702" sldId="283"/>
            <ac:spMk id="26" creationId="{F4E2CBEA-31D4-602A-2C84-24C854767662}"/>
          </ac:spMkLst>
        </pc:spChg>
        <pc:spChg chg="add mod">
          <ac:chgData name="村田　匡輝（豊田高専）" userId="0f6e8962-29cf-4010-9503-85933b69c850" providerId="ADAL" clId="{FB754435-BE19-F941-9DAA-594B1F201DBE}" dt="2025-03-27T14:54:32.320" v="34603" actId="164"/>
          <ac:spMkLst>
            <pc:docMk/>
            <pc:sldMk cId="5283702" sldId="283"/>
            <ac:spMk id="32" creationId="{DED5261F-D436-5E21-7DF8-AA85AFE3B98A}"/>
          </ac:spMkLst>
        </pc:spChg>
        <pc:spChg chg="add mod">
          <ac:chgData name="村田　匡輝（豊田高専）" userId="0f6e8962-29cf-4010-9503-85933b69c850" providerId="ADAL" clId="{FB754435-BE19-F941-9DAA-594B1F201DBE}" dt="2025-03-27T06:12:44.883" v="33742" actId="1076"/>
          <ac:spMkLst>
            <pc:docMk/>
            <pc:sldMk cId="5283702" sldId="283"/>
            <ac:spMk id="33" creationId="{231AD4E4-C8EB-02FE-E920-93F2EABBD669}"/>
          </ac:spMkLst>
        </pc:spChg>
        <pc:grpChg chg="add mod">
          <ac:chgData name="村田　匡輝（豊田高専）" userId="0f6e8962-29cf-4010-9503-85933b69c850" providerId="ADAL" clId="{FB754435-BE19-F941-9DAA-594B1F201DBE}" dt="2025-03-27T14:54:16.809" v="34601" actId="164"/>
          <ac:grpSpMkLst>
            <pc:docMk/>
            <pc:sldMk cId="5283702" sldId="283"/>
            <ac:grpSpMk id="34" creationId="{45E736DF-205A-858E-00EB-5984DC7EE131}"/>
          </ac:grpSpMkLst>
        </pc:grpChg>
        <pc:grpChg chg="add mod">
          <ac:chgData name="村田　匡輝（豊田高専）" userId="0f6e8962-29cf-4010-9503-85933b69c850" providerId="ADAL" clId="{FB754435-BE19-F941-9DAA-594B1F201DBE}" dt="2025-03-27T14:54:24.787" v="34602" actId="164"/>
          <ac:grpSpMkLst>
            <pc:docMk/>
            <pc:sldMk cId="5283702" sldId="283"/>
            <ac:grpSpMk id="35" creationId="{35021D0A-0798-D2AE-27A0-4DF7CB74C47B}"/>
          </ac:grpSpMkLst>
        </pc:grpChg>
        <pc:grpChg chg="add mod">
          <ac:chgData name="村田　匡輝（豊田高専）" userId="0f6e8962-29cf-4010-9503-85933b69c850" providerId="ADAL" clId="{FB754435-BE19-F941-9DAA-594B1F201DBE}" dt="2025-03-27T14:54:32.320" v="34603" actId="164"/>
          <ac:grpSpMkLst>
            <pc:docMk/>
            <pc:sldMk cId="5283702" sldId="283"/>
            <ac:grpSpMk id="36" creationId="{52B723BA-9639-2414-55F0-EB5343BA0D38}"/>
          </ac:grpSpMkLst>
        </pc:grpChg>
        <pc:grpChg chg="add mod">
          <ac:chgData name="村田　匡輝（豊田高専）" userId="0f6e8962-29cf-4010-9503-85933b69c850" providerId="ADAL" clId="{FB754435-BE19-F941-9DAA-594B1F201DBE}" dt="2025-03-27T14:54:41.719" v="34604" actId="164"/>
          <ac:grpSpMkLst>
            <pc:docMk/>
            <pc:sldMk cId="5283702" sldId="283"/>
            <ac:grpSpMk id="37" creationId="{1D828028-A1FE-D8C6-479F-3292DF129667}"/>
          </ac:grpSpMkLst>
        </pc:grpChg>
        <pc:grpChg chg="add mod">
          <ac:chgData name="村田　匡輝（豊田高専）" userId="0f6e8962-29cf-4010-9503-85933b69c850" providerId="ADAL" clId="{FB754435-BE19-F941-9DAA-594B1F201DBE}" dt="2025-03-27T14:56:33.435" v="34619" actId="164"/>
          <ac:grpSpMkLst>
            <pc:docMk/>
            <pc:sldMk cId="5283702" sldId="283"/>
            <ac:grpSpMk id="38" creationId="{3C3107FE-AE02-81FB-BF25-E7A6A8B1B20B}"/>
          </ac:grpSpMkLst>
        </pc:grpChg>
        <pc:picChg chg="add mod">
          <ac:chgData name="村田　匡輝（豊田高専）" userId="0f6e8962-29cf-4010-9503-85933b69c850" providerId="ADAL" clId="{FB754435-BE19-F941-9DAA-594B1F201DBE}" dt="2025-03-27T14:54:16.809" v="34601" actId="164"/>
          <ac:picMkLst>
            <pc:docMk/>
            <pc:sldMk cId="5283702" sldId="283"/>
            <ac:picMk id="8" creationId="{C327C524-EC91-DB94-2548-201767471406}"/>
          </ac:picMkLst>
        </pc:picChg>
        <pc:picChg chg="add mod">
          <ac:chgData name="村田　匡輝（豊田高専）" userId="0f6e8962-29cf-4010-9503-85933b69c850" providerId="ADAL" clId="{FB754435-BE19-F941-9DAA-594B1F201DBE}" dt="2025-03-27T14:54:32.320" v="34603" actId="164"/>
          <ac:picMkLst>
            <pc:docMk/>
            <pc:sldMk cId="5283702" sldId="283"/>
            <ac:picMk id="10" creationId="{9C5692A6-302A-71A2-473E-E24CE63FC482}"/>
          </ac:picMkLst>
        </pc:picChg>
        <pc:picChg chg="mod topLvl">
          <ac:chgData name="村田　匡輝（豊田高専）" userId="0f6e8962-29cf-4010-9503-85933b69c850" providerId="ADAL" clId="{FB754435-BE19-F941-9DAA-594B1F201DBE}" dt="2025-03-27T14:54:24.787" v="34602" actId="164"/>
          <ac:picMkLst>
            <pc:docMk/>
            <pc:sldMk cId="5283702" sldId="283"/>
            <ac:picMk id="13" creationId="{59101541-9A48-A267-901F-249011C0A082}"/>
          </ac:picMkLst>
        </pc:picChg>
        <pc:picChg chg="add mod">
          <ac:chgData name="村田　匡輝（豊田高専）" userId="0f6e8962-29cf-4010-9503-85933b69c850" providerId="ADAL" clId="{FB754435-BE19-F941-9DAA-594B1F201DBE}" dt="2025-03-27T14:54:41.719" v="34604" actId="164"/>
          <ac:picMkLst>
            <pc:docMk/>
            <pc:sldMk cId="5283702" sldId="283"/>
            <ac:picMk id="19" creationId="{F69E752D-AEC7-99C7-5059-95DBF8DA4903}"/>
          </ac:picMkLst>
        </pc:picChg>
        <pc:picChg chg="add mod">
          <ac:chgData name="村田　匡輝（豊田高専）" userId="0f6e8962-29cf-4010-9503-85933b69c850" providerId="ADAL" clId="{FB754435-BE19-F941-9DAA-594B1F201DBE}" dt="2025-03-27T14:54:41.719" v="34604" actId="164"/>
          <ac:picMkLst>
            <pc:docMk/>
            <pc:sldMk cId="5283702" sldId="283"/>
            <ac:picMk id="27" creationId="{0F4ECEB2-D30B-87CB-2EB6-5F4F383E86B1}"/>
          </ac:picMkLst>
        </pc:picChg>
        <pc:picChg chg="add mod">
          <ac:chgData name="村田　匡輝（豊田高専）" userId="0f6e8962-29cf-4010-9503-85933b69c850" providerId="ADAL" clId="{FB754435-BE19-F941-9DAA-594B1F201DBE}" dt="2025-03-27T14:54:32.320" v="34603" actId="164"/>
          <ac:picMkLst>
            <pc:docMk/>
            <pc:sldMk cId="5283702" sldId="283"/>
            <ac:picMk id="28" creationId="{25015787-8493-955A-48F1-85D31501BFA6}"/>
          </ac:picMkLst>
        </pc:picChg>
        <pc:picChg chg="add mod">
          <ac:chgData name="村田　匡輝（豊田高専）" userId="0f6e8962-29cf-4010-9503-85933b69c850" providerId="ADAL" clId="{FB754435-BE19-F941-9DAA-594B1F201DBE}" dt="2025-03-27T14:54:24.787" v="34602" actId="164"/>
          <ac:picMkLst>
            <pc:docMk/>
            <pc:sldMk cId="5283702" sldId="283"/>
            <ac:picMk id="5122" creationId="{A256E982-DE6D-986D-0790-7345172D94C0}"/>
          </ac:picMkLst>
        </pc:picChg>
        <pc:picChg chg="add mod">
          <ac:chgData name="村田　匡輝（豊田高専）" userId="0f6e8962-29cf-4010-9503-85933b69c850" providerId="ADAL" clId="{FB754435-BE19-F941-9DAA-594B1F201DBE}" dt="2025-03-27T14:54:16.809" v="34601" actId="164"/>
          <ac:picMkLst>
            <pc:docMk/>
            <pc:sldMk cId="5283702" sldId="283"/>
            <ac:picMk id="5124" creationId="{236947E9-E32B-B3AF-1B58-2E9A5AA11059}"/>
          </ac:picMkLst>
        </pc:picChg>
        <pc:cxnChg chg="add mod">
          <ac:chgData name="村田　匡輝（豊田高専）" userId="0f6e8962-29cf-4010-9503-85933b69c850" providerId="ADAL" clId="{FB754435-BE19-F941-9DAA-594B1F201DBE}" dt="2025-03-27T14:56:33.435" v="34619" actId="164"/>
          <ac:cxnSpMkLst>
            <pc:docMk/>
            <pc:sldMk cId="5283702" sldId="283"/>
            <ac:cxnSpMk id="23" creationId="{8048BF25-2288-6275-2860-D1AFA5777202}"/>
          </ac:cxnSpMkLst>
        </pc:cxnChg>
        <pc:cxnChg chg="add mod">
          <ac:chgData name="村田　匡輝（豊田高専）" userId="0f6e8962-29cf-4010-9503-85933b69c850" providerId="ADAL" clId="{FB754435-BE19-F941-9DAA-594B1F201DBE}" dt="2025-03-27T14:56:33.435" v="34619" actId="164"/>
          <ac:cxnSpMkLst>
            <pc:docMk/>
            <pc:sldMk cId="5283702" sldId="283"/>
            <ac:cxnSpMk id="25" creationId="{542BEB2C-BC6D-D92F-437F-9AD8F0673743}"/>
          </ac:cxnSpMkLst>
        </pc:cxnChg>
      </pc:sldChg>
      <pc:sldChg chg="addSp delSp modSp new del mod ord modClrScheme chgLayout modNotesTx">
        <pc:chgData name="村田　匡輝（豊田高専）" userId="0f6e8962-29cf-4010-9503-85933b69c850" providerId="ADAL" clId="{FB754435-BE19-F941-9DAA-594B1F201DBE}" dt="2025-03-27T06:53:09.148" v="33974" actId="2696"/>
        <pc:sldMkLst>
          <pc:docMk/>
          <pc:sldMk cId="579644078" sldId="284"/>
        </pc:sldMkLst>
      </pc:sldChg>
      <pc:sldChg chg="add mod modShow">
        <pc:chgData name="村田　匡輝（豊田高専）" userId="0f6e8962-29cf-4010-9503-85933b69c850" providerId="ADAL" clId="{FB754435-BE19-F941-9DAA-594B1F201DBE}" dt="2025-03-27T06:53:15.215" v="33976" actId="729"/>
        <pc:sldMkLst>
          <pc:docMk/>
          <pc:sldMk cId="672033183" sldId="284"/>
        </pc:sldMkLst>
      </pc:sldChg>
      <pc:sldChg chg="addSp modSp new del mod modShow">
        <pc:chgData name="村田　匡輝（豊田高専）" userId="0f6e8962-29cf-4010-9503-85933b69c850" providerId="ADAL" clId="{FB754435-BE19-F941-9DAA-594B1F201DBE}" dt="2025-03-25T05:23:49.067" v="29034" actId="2696"/>
        <pc:sldMkLst>
          <pc:docMk/>
          <pc:sldMk cId="2998323516" sldId="285"/>
        </pc:sldMkLst>
      </pc:sldChg>
      <pc:sldChg chg="add">
        <pc:chgData name="村田　匡輝（豊田高専）" userId="0f6e8962-29cf-4010-9503-85933b69c850" providerId="ADAL" clId="{FB754435-BE19-F941-9DAA-594B1F201DBE}" dt="2025-03-25T05:23:57.499" v="29035"/>
        <pc:sldMkLst>
          <pc:docMk/>
          <pc:sldMk cId="3905266649" sldId="285"/>
        </pc:sldMkLst>
      </pc:sldChg>
      <pc:sldChg chg="addSp delSp modSp add mod ord modClrScheme modAnim chgLayout modNotesTx">
        <pc:chgData name="村田　匡輝（豊田高専）" userId="0f6e8962-29cf-4010-9503-85933b69c850" providerId="ADAL" clId="{FB754435-BE19-F941-9DAA-594B1F201DBE}" dt="2025-03-29T10:09:14.533" v="57896" actId="20577"/>
        <pc:sldMkLst>
          <pc:docMk/>
          <pc:sldMk cId="3613848884" sldId="286"/>
        </pc:sldMkLst>
        <pc:spChg chg="mod ord">
          <ac:chgData name="村田　匡輝（豊田高専）" userId="0f6e8962-29cf-4010-9503-85933b69c850" providerId="ADAL" clId="{FB754435-BE19-F941-9DAA-594B1F201DBE}" dt="2025-03-24T04:33:55.096" v="22166" actId="2710"/>
          <ac:spMkLst>
            <pc:docMk/>
            <pc:sldMk cId="3613848884" sldId="286"/>
            <ac:spMk id="2" creationId="{A85AECFE-B724-AB7C-8821-A1B4B0E981E0}"/>
          </ac:spMkLst>
        </pc:spChg>
        <pc:spChg chg="mod ord">
          <ac:chgData name="村田　匡輝（豊田高専）" userId="0f6e8962-29cf-4010-9503-85933b69c850" providerId="ADAL" clId="{FB754435-BE19-F941-9DAA-594B1F201DBE}" dt="2025-03-24T00:54:20.084" v="21625" actId="700"/>
          <ac:spMkLst>
            <pc:docMk/>
            <pc:sldMk cId="3613848884" sldId="286"/>
            <ac:spMk id="3" creationId="{4BCC1DD3-6D24-61FD-5863-1B33825A1F5C}"/>
          </ac:spMkLst>
        </pc:spChg>
        <pc:spChg chg="mod">
          <ac:chgData name="村田　匡輝（豊田高専）" userId="0f6e8962-29cf-4010-9503-85933b69c850" providerId="ADAL" clId="{FB754435-BE19-F941-9DAA-594B1F201DBE}" dt="2025-03-27T05:36:50.046" v="33119" actId="20577"/>
          <ac:spMkLst>
            <pc:docMk/>
            <pc:sldMk cId="3613848884" sldId="286"/>
            <ac:spMk id="5" creationId="{B2915DE6-1813-E8F2-66F8-6B4DAD43783F}"/>
          </ac:spMkLst>
        </pc:spChg>
        <pc:spChg chg="mod">
          <ac:chgData name="村田　匡輝（豊田高専）" userId="0f6e8962-29cf-4010-9503-85933b69c850" providerId="ADAL" clId="{FB754435-BE19-F941-9DAA-594B1F201DBE}" dt="2025-03-28T01:56:56.710" v="34989" actId="20577"/>
          <ac:spMkLst>
            <pc:docMk/>
            <pc:sldMk cId="3613848884" sldId="286"/>
            <ac:spMk id="8" creationId="{505840A0-F8DC-F6C1-6680-1CF426E0A14D}"/>
          </ac:spMkLst>
        </pc:spChg>
        <pc:spChg chg="mod">
          <ac:chgData name="村田　匡輝（豊田高専）" userId="0f6e8962-29cf-4010-9503-85933b69c850" providerId="ADAL" clId="{FB754435-BE19-F941-9DAA-594B1F201DBE}" dt="2025-03-27T05:38:20.495" v="33135" actId="114"/>
          <ac:spMkLst>
            <pc:docMk/>
            <pc:sldMk cId="3613848884" sldId="286"/>
            <ac:spMk id="9" creationId="{9B8B896F-4D1C-B583-F9C0-74947572FEF7}"/>
          </ac:spMkLst>
        </pc:spChg>
        <pc:spChg chg="add mod ord">
          <ac:chgData name="村田　匡輝（豊田高専）" userId="0f6e8962-29cf-4010-9503-85933b69c850" providerId="ADAL" clId="{FB754435-BE19-F941-9DAA-594B1F201DBE}" dt="2025-03-29T10:09:14.533" v="57896" actId="20577"/>
          <ac:spMkLst>
            <pc:docMk/>
            <pc:sldMk cId="3613848884" sldId="286"/>
            <ac:spMk id="10" creationId="{AAAE4B3A-B7B1-0797-923A-0D2D7086E8CD}"/>
          </ac:spMkLst>
        </pc:spChg>
        <pc:spChg chg="add mod ord">
          <ac:chgData name="村田　匡輝（豊田高専）" userId="0f6e8962-29cf-4010-9503-85933b69c850" providerId="ADAL" clId="{FB754435-BE19-F941-9DAA-594B1F201DBE}" dt="2025-03-29T10:09:00.765" v="57853" actId="27636"/>
          <ac:spMkLst>
            <pc:docMk/>
            <pc:sldMk cId="3613848884" sldId="286"/>
            <ac:spMk id="11" creationId="{EF9296D1-95F1-200B-A834-46597C4271CE}"/>
          </ac:spMkLst>
        </pc:spChg>
        <pc:spChg chg="add mod">
          <ac:chgData name="村田　匡輝（豊田高専）" userId="0f6e8962-29cf-4010-9503-85933b69c850" providerId="ADAL" clId="{FB754435-BE19-F941-9DAA-594B1F201DBE}" dt="2025-03-27T14:47:36.274" v="34566" actId="164"/>
          <ac:spMkLst>
            <pc:docMk/>
            <pc:sldMk cId="3613848884" sldId="286"/>
            <ac:spMk id="12" creationId="{A4BCE1B3-E83D-B03F-BAC9-6A7EFD941496}"/>
          </ac:spMkLst>
        </pc:spChg>
        <pc:spChg chg="add mod">
          <ac:chgData name="村田　匡輝（豊田高専）" userId="0f6e8962-29cf-4010-9503-85933b69c850" providerId="ADAL" clId="{FB754435-BE19-F941-9DAA-594B1F201DBE}" dt="2025-03-27T14:47:36.274" v="34566" actId="164"/>
          <ac:spMkLst>
            <pc:docMk/>
            <pc:sldMk cId="3613848884" sldId="286"/>
            <ac:spMk id="13" creationId="{792290A8-26C8-52EB-AE60-2A7EBBB30E72}"/>
          </ac:spMkLst>
        </pc:spChg>
        <pc:spChg chg="add mod">
          <ac:chgData name="村田　匡輝（豊田高専）" userId="0f6e8962-29cf-4010-9503-85933b69c850" providerId="ADAL" clId="{FB754435-BE19-F941-9DAA-594B1F201DBE}" dt="2025-03-27T05:43:21.228" v="33482" actId="14100"/>
          <ac:spMkLst>
            <pc:docMk/>
            <pc:sldMk cId="3613848884" sldId="286"/>
            <ac:spMk id="14" creationId="{D1EFE44F-8FE0-5E65-308E-D4DCE01B6690}"/>
          </ac:spMkLst>
        </pc:spChg>
        <pc:spChg chg="add mod">
          <ac:chgData name="村田　匡輝（豊田高専）" userId="0f6e8962-29cf-4010-9503-85933b69c850" providerId="ADAL" clId="{FB754435-BE19-F941-9DAA-594B1F201DBE}" dt="2025-03-27T14:49:06.108" v="34576" actId="164"/>
          <ac:spMkLst>
            <pc:docMk/>
            <pc:sldMk cId="3613848884" sldId="286"/>
            <ac:spMk id="16" creationId="{C6C983F4-1683-45A1-378D-E9CD5C95DFD2}"/>
          </ac:spMkLst>
        </pc:spChg>
        <pc:grpChg chg="add mod">
          <ac:chgData name="村田　匡輝（豊田高専）" userId="0f6e8962-29cf-4010-9503-85933b69c850" providerId="ADAL" clId="{FB754435-BE19-F941-9DAA-594B1F201DBE}" dt="2025-03-27T14:47:36.274" v="34566" actId="164"/>
          <ac:grpSpMkLst>
            <pc:docMk/>
            <pc:sldMk cId="3613848884" sldId="286"/>
            <ac:grpSpMk id="18" creationId="{DAE1CD93-B619-9FDC-FA1F-D8F023EE5C2F}"/>
          </ac:grpSpMkLst>
        </pc:grpChg>
        <pc:grpChg chg="add mod">
          <ac:chgData name="村田　匡輝（豊田高専）" userId="0f6e8962-29cf-4010-9503-85933b69c850" providerId="ADAL" clId="{FB754435-BE19-F941-9DAA-594B1F201DBE}" dt="2025-03-27T14:49:06.108" v="34576" actId="164"/>
          <ac:grpSpMkLst>
            <pc:docMk/>
            <pc:sldMk cId="3613848884" sldId="286"/>
            <ac:grpSpMk id="19" creationId="{4FEEB7BA-65C0-4801-5EDA-8CDC75F590FD}"/>
          </ac:grpSpMkLst>
        </pc:grpChg>
        <pc:cxnChg chg="add mod">
          <ac:chgData name="村田　匡輝（豊田高専）" userId="0f6e8962-29cf-4010-9503-85933b69c850" providerId="ADAL" clId="{FB754435-BE19-F941-9DAA-594B1F201DBE}" dt="2025-03-27T14:49:06.108" v="34576" actId="164"/>
          <ac:cxnSpMkLst>
            <pc:docMk/>
            <pc:sldMk cId="3613848884" sldId="286"/>
            <ac:cxnSpMk id="15" creationId="{104F5949-068A-BF75-804E-00D9C2349D59}"/>
          </ac:cxnSpMkLst>
        </pc:cxnChg>
      </pc:sldChg>
      <pc:sldChg chg="addSp delSp modSp add mod delAnim modAnim modNotesTx">
        <pc:chgData name="村田　匡輝（豊田高専）" userId="0f6e8962-29cf-4010-9503-85933b69c850" providerId="ADAL" clId="{FB754435-BE19-F941-9DAA-594B1F201DBE}" dt="2025-03-29T10:13:08.451" v="58080" actId="6549"/>
        <pc:sldMkLst>
          <pc:docMk/>
          <pc:sldMk cId="3026724106" sldId="287"/>
        </pc:sldMkLst>
        <pc:spChg chg="add mod">
          <ac:chgData name="村田　匡輝（豊田高専）" userId="0f6e8962-29cf-4010-9503-85933b69c850" providerId="ADAL" clId="{FB754435-BE19-F941-9DAA-594B1F201DBE}" dt="2025-03-27T14:52:47.787" v="34585" actId="164"/>
          <ac:spMkLst>
            <pc:docMk/>
            <pc:sldMk cId="3026724106" sldId="287"/>
            <ac:spMk id="5" creationId="{65B2B188-AB3C-3F25-24DD-E85999D6D62E}"/>
          </ac:spMkLst>
        </pc:spChg>
        <pc:spChg chg="mod">
          <ac:chgData name="村田　匡輝（豊田高専）" userId="0f6e8962-29cf-4010-9503-85933b69c850" providerId="ADAL" clId="{FB754435-BE19-F941-9DAA-594B1F201DBE}" dt="2025-03-27T05:38:12.596" v="33134" actId="114"/>
          <ac:spMkLst>
            <pc:docMk/>
            <pc:sldMk cId="3026724106" sldId="287"/>
            <ac:spMk id="7" creationId="{D9882A0F-C6B8-DE6C-5893-6BEB4AFDD415}"/>
          </ac:spMkLst>
        </pc:spChg>
        <pc:spChg chg="add mod">
          <ac:chgData name="村田　匡輝（豊田高専）" userId="0f6e8962-29cf-4010-9503-85933b69c850" providerId="ADAL" clId="{FB754435-BE19-F941-9DAA-594B1F201DBE}" dt="2025-03-27T14:52:47.787" v="34585" actId="164"/>
          <ac:spMkLst>
            <pc:docMk/>
            <pc:sldMk cId="3026724106" sldId="287"/>
            <ac:spMk id="8" creationId="{6CF3F049-C83C-314A-51B7-E6685E2646E0}"/>
          </ac:spMkLst>
        </pc:spChg>
        <pc:spChg chg="mod">
          <ac:chgData name="村田　匡輝（豊田高専）" userId="0f6e8962-29cf-4010-9503-85933b69c850" providerId="ADAL" clId="{FB754435-BE19-F941-9DAA-594B1F201DBE}" dt="2025-03-29T10:12:28.762" v="58033" actId="20577"/>
          <ac:spMkLst>
            <pc:docMk/>
            <pc:sldMk cId="3026724106" sldId="287"/>
            <ac:spMk id="9" creationId="{94C0D87F-8269-1DB5-2AD8-D35A4DDB96A2}"/>
          </ac:spMkLst>
        </pc:spChg>
        <pc:spChg chg="mod">
          <ac:chgData name="村田　匡輝（豊田高専）" userId="0f6e8962-29cf-4010-9503-85933b69c850" providerId="ADAL" clId="{FB754435-BE19-F941-9DAA-594B1F201DBE}" dt="2025-03-27T14:52:32.252" v="34583" actId="164"/>
          <ac:spMkLst>
            <pc:docMk/>
            <pc:sldMk cId="3026724106" sldId="287"/>
            <ac:spMk id="12" creationId="{DCC50E0B-9865-1DC8-7784-940A8D63031A}"/>
          </ac:spMkLst>
        </pc:spChg>
        <pc:grpChg chg="add mod">
          <ac:chgData name="村田　匡輝（豊田高専）" userId="0f6e8962-29cf-4010-9503-85933b69c850" providerId="ADAL" clId="{FB754435-BE19-F941-9DAA-594B1F201DBE}" dt="2025-03-27T14:52:32.252" v="34583" actId="164"/>
          <ac:grpSpMkLst>
            <pc:docMk/>
            <pc:sldMk cId="3026724106" sldId="287"/>
            <ac:grpSpMk id="11" creationId="{30AB1FA4-7A59-4F49-8C4A-B378DC9991D2}"/>
          </ac:grpSpMkLst>
        </pc:grpChg>
        <pc:grpChg chg="add mod">
          <ac:chgData name="村田　匡輝（豊田高専）" userId="0f6e8962-29cf-4010-9503-85933b69c850" providerId="ADAL" clId="{FB754435-BE19-F941-9DAA-594B1F201DBE}" dt="2025-03-27T14:52:47.787" v="34585" actId="164"/>
          <ac:grpSpMkLst>
            <pc:docMk/>
            <pc:sldMk cId="3026724106" sldId="287"/>
            <ac:grpSpMk id="15" creationId="{6ADEE3DF-6411-8990-3E2E-85EE014B37F6}"/>
          </ac:grpSpMkLst>
        </pc:grpChg>
        <pc:graphicFrameChg chg="mod modGraphic">
          <ac:chgData name="村田　匡輝（豊田高専）" userId="0f6e8962-29cf-4010-9503-85933b69c850" providerId="ADAL" clId="{FB754435-BE19-F941-9DAA-594B1F201DBE}" dt="2025-03-25T07:41:39.048" v="30519" actId="1076"/>
          <ac:graphicFrameMkLst>
            <pc:docMk/>
            <pc:sldMk cId="3026724106" sldId="287"/>
            <ac:graphicFrameMk id="10" creationId="{F9C735F9-7C12-F457-142D-E087A7E05BEE}"/>
          </ac:graphicFrameMkLst>
        </pc:graphicFrameChg>
        <pc:picChg chg="add mod">
          <ac:chgData name="村田　匡輝（豊田高専）" userId="0f6e8962-29cf-4010-9503-85933b69c850" providerId="ADAL" clId="{FB754435-BE19-F941-9DAA-594B1F201DBE}" dt="2025-03-27T14:52:47.787" v="34585" actId="164"/>
          <ac:picMkLst>
            <pc:docMk/>
            <pc:sldMk cId="3026724106" sldId="287"/>
            <ac:picMk id="4" creationId="{E3232CA1-0630-118C-415D-DE49942C3CEA}"/>
          </ac:picMkLst>
        </pc:picChg>
        <pc:picChg chg="del">
          <ac:chgData name="村田　匡輝（豊田高専）" userId="0f6e8962-29cf-4010-9503-85933b69c850" providerId="ADAL" clId="{FB754435-BE19-F941-9DAA-594B1F201DBE}" dt="2025-03-29T09:50:54.415" v="57219" actId="478"/>
          <ac:picMkLst>
            <pc:docMk/>
            <pc:sldMk cId="3026724106" sldId="287"/>
            <ac:picMk id="6" creationId="{5EE9250C-BD6D-6908-33E9-F142E7F7E188}"/>
          </ac:picMkLst>
        </pc:picChg>
        <pc:picChg chg="add del mod">
          <ac:chgData name="村田　匡輝（豊田高専）" userId="0f6e8962-29cf-4010-9503-85933b69c850" providerId="ADAL" clId="{FB754435-BE19-F941-9DAA-594B1F201DBE}" dt="2025-03-29T09:51:44.610" v="57224" actId="478"/>
          <ac:picMkLst>
            <pc:docMk/>
            <pc:sldMk cId="3026724106" sldId="287"/>
            <ac:picMk id="16" creationId="{CC0FD87D-1823-D647-AAD7-9BDD84CA205F}"/>
          </ac:picMkLst>
        </pc:picChg>
        <pc:picChg chg="add mod">
          <ac:chgData name="村田　匡輝（豊田高専）" userId="0f6e8962-29cf-4010-9503-85933b69c850" providerId="ADAL" clId="{FB754435-BE19-F941-9DAA-594B1F201DBE}" dt="2025-03-29T09:52:01.227" v="57229" actId="1035"/>
          <ac:picMkLst>
            <pc:docMk/>
            <pc:sldMk cId="3026724106" sldId="287"/>
            <ac:picMk id="17" creationId="{B506A41C-4E76-5054-1A1F-2FEF31E620EA}"/>
          </ac:picMkLst>
        </pc:picChg>
        <pc:cxnChg chg="mod">
          <ac:chgData name="村田　匡輝（豊田高専）" userId="0f6e8962-29cf-4010-9503-85933b69c850" providerId="ADAL" clId="{FB754435-BE19-F941-9DAA-594B1F201DBE}" dt="2025-03-27T14:52:32.252" v="34583" actId="164"/>
          <ac:cxnSpMkLst>
            <pc:docMk/>
            <pc:sldMk cId="3026724106" sldId="287"/>
            <ac:cxnSpMk id="14" creationId="{08222515-463E-9A87-1C6B-6F5FBFAEE27E}"/>
          </ac:cxnSpMkLst>
        </pc:cxnChg>
      </pc:sldChg>
      <pc:sldChg chg="addSp modSp add del">
        <pc:chgData name="村田　匡輝（豊田高専）" userId="0f6e8962-29cf-4010-9503-85933b69c850" providerId="ADAL" clId="{FB754435-BE19-F941-9DAA-594B1F201DBE}" dt="2025-03-24T05:54:59.216" v="23226" actId="2696"/>
        <pc:sldMkLst>
          <pc:docMk/>
          <pc:sldMk cId="3474554564" sldId="287"/>
        </pc:sldMkLst>
      </pc:sldChg>
      <pc:sldChg chg="addSp delSp modSp new mod ord modAnim modNotesTx">
        <pc:chgData name="村田　匡輝（豊田高専）" userId="0f6e8962-29cf-4010-9503-85933b69c850" providerId="ADAL" clId="{FB754435-BE19-F941-9DAA-594B1F201DBE}" dt="2025-03-29T02:41:14.487" v="51508" actId="20577"/>
        <pc:sldMkLst>
          <pc:docMk/>
          <pc:sldMk cId="2595907289" sldId="288"/>
        </pc:sldMkLst>
        <pc:spChg chg="mod">
          <ac:chgData name="村田　匡輝（豊田高専）" userId="0f6e8962-29cf-4010-9503-85933b69c850" providerId="ADAL" clId="{FB754435-BE19-F941-9DAA-594B1F201DBE}" dt="2025-03-27T08:02:58.693" v="34391"/>
          <ac:spMkLst>
            <pc:docMk/>
            <pc:sldMk cId="2595907289" sldId="288"/>
            <ac:spMk id="2" creationId="{0F06E4C3-0EA3-09A3-667B-1D7CCBFFAE56}"/>
          </ac:spMkLst>
        </pc:spChg>
        <pc:spChg chg="add mod">
          <ac:chgData name="村田　匡輝（豊田高専）" userId="0f6e8962-29cf-4010-9503-85933b69c850" providerId="ADAL" clId="{FB754435-BE19-F941-9DAA-594B1F201DBE}" dt="2025-03-28T01:25:45.397" v="34969" actId="14100"/>
          <ac:spMkLst>
            <pc:docMk/>
            <pc:sldMk cId="2595907289" sldId="288"/>
            <ac:spMk id="24" creationId="{8C1B7505-392B-04D8-C26B-3D1D7214E608}"/>
          </ac:spMkLst>
        </pc:spChg>
        <pc:graphicFrameChg chg="add mod modGraphic">
          <ac:chgData name="村田　匡輝（豊田高専）" userId="0f6e8962-29cf-4010-9503-85933b69c850" providerId="ADAL" clId="{FB754435-BE19-F941-9DAA-594B1F201DBE}" dt="2025-03-25T09:38:50.121" v="32140"/>
          <ac:graphicFrameMkLst>
            <pc:docMk/>
            <pc:sldMk cId="2595907289" sldId="288"/>
            <ac:graphicFrameMk id="8" creationId="{3B237FF4-C484-F40F-851D-E378BDC2781B}"/>
          </ac:graphicFrameMkLst>
        </pc:graphicFrameChg>
        <pc:cxnChg chg="add mod">
          <ac:chgData name="村田　匡輝（豊田高専）" userId="0f6e8962-29cf-4010-9503-85933b69c850" providerId="ADAL" clId="{FB754435-BE19-F941-9DAA-594B1F201DBE}" dt="2025-03-27T08:02:17.298" v="34367" actId="692"/>
          <ac:cxnSpMkLst>
            <pc:docMk/>
            <pc:sldMk cId="2595907289" sldId="288"/>
            <ac:cxnSpMk id="10" creationId="{171537E2-3206-4305-67E9-05D2CA8DAB07}"/>
          </ac:cxnSpMkLst>
        </pc:cxnChg>
        <pc:cxnChg chg="add mod">
          <ac:chgData name="村田　匡輝（豊田高専）" userId="0f6e8962-29cf-4010-9503-85933b69c850" providerId="ADAL" clId="{FB754435-BE19-F941-9DAA-594B1F201DBE}" dt="2025-03-27T08:02:17.298" v="34367" actId="692"/>
          <ac:cxnSpMkLst>
            <pc:docMk/>
            <pc:sldMk cId="2595907289" sldId="288"/>
            <ac:cxnSpMk id="11" creationId="{2FCA99C5-001E-9AF4-39A4-B4CBF316909D}"/>
          </ac:cxnSpMkLst>
        </pc:cxnChg>
        <pc:cxnChg chg="add mod">
          <ac:chgData name="村田　匡輝（豊田高専）" userId="0f6e8962-29cf-4010-9503-85933b69c850" providerId="ADAL" clId="{FB754435-BE19-F941-9DAA-594B1F201DBE}" dt="2025-03-27T08:02:17.298" v="34367" actId="692"/>
          <ac:cxnSpMkLst>
            <pc:docMk/>
            <pc:sldMk cId="2595907289" sldId="288"/>
            <ac:cxnSpMk id="12" creationId="{7470D9C6-D0B3-731A-9C17-28B1475944E7}"/>
          </ac:cxnSpMkLst>
        </pc:cxnChg>
        <pc:cxnChg chg="add mod">
          <ac:chgData name="村田　匡輝（豊田高専）" userId="0f6e8962-29cf-4010-9503-85933b69c850" providerId="ADAL" clId="{FB754435-BE19-F941-9DAA-594B1F201DBE}" dt="2025-03-27T08:02:17.298" v="34367" actId="692"/>
          <ac:cxnSpMkLst>
            <pc:docMk/>
            <pc:sldMk cId="2595907289" sldId="288"/>
            <ac:cxnSpMk id="13" creationId="{E9ADB806-6E6E-AC3F-59DB-D42F66976EF4}"/>
          </ac:cxnSpMkLst>
        </pc:cxnChg>
        <pc:cxnChg chg="add mod">
          <ac:chgData name="村田　匡輝（豊田高専）" userId="0f6e8962-29cf-4010-9503-85933b69c850" providerId="ADAL" clId="{FB754435-BE19-F941-9DAA-594B1F201DBE}" dt="2025-03-27T08:02:17.298" v="34367" actId="692"/>
          <ac:cxnSpMkLst>
            <pc:docMk/>
            <pc:sldMk cId="2595907289" sldId="288"/>
            <ac:cxnSpMk id="14" creationId="{0EB15195-1346-4EC8-F179-E0DF26CBE58E}"/>
          </ac:cxnSpMkLst>
        </pc:cxnChg>
        <pc:cxnChg chg="add mod">
          <ac:chgData name="村田　匡輝（豊田高専）" userId="0f6e8962-29cf-4010-9503-85933b69c850" providerId="ADAL" clId="{FB754435-BE19-F941-9DAA-594B1F201DBE}" dt="2025-03-27T08:02:17.298" v="34367" actId="692"/>
          <ac:cxnSpMkLst>
            <pc:docMk/>
            <pc:sldMk cId="2595907289" sldId="288"/>
            <ac:cxnSpMk id="15" creationId="{983B9981-D616-77A5-0E93-3FF8A48BB3E1}"/>
          </ac:cxnSpMkLst>
        </pc:cxnChg>
        <pc:cxnChg chg="add mod">
          <ac:chgData name="村田　匡輝（豊田高専）" userId="0f6e8962-29cf-4010-9503-85933b69c850" providerId="ADAL" clId="{FB754435-BE19-F941-9DAA-594B1F201DBE}" dt="2025-03-27T08:02:27.687" v="34387" actId="692"/>
          <ac:cxnSpMkLst>
            <pc:docMk/>
            <pc:sldMk cId="2595907289" sldId="288"/>
            <ac:cxnSpMk id="18" creationId="{ED4C7101-E431-3AD7-6384-FF1C02312B1F}"/>
          </ac:cxnSpMkLst>
        </pc:cxnChg>
        <pc:cxnChg chg="add mod">
          <ac:chgData name="村田　匡輝（豊田高専）" userId="0f6e8962-29cf-4010-9503-85933b69c850" providerId="ADAL" clId="{FB754435-BE19-F941-9DAA-594B1F201DBE}" dt="2025-03-27T08:02:27.687" v="34387" actId="692"/>
          <ac:cxnSpMkLst>
            <pc:docMk/>
            <pc:sldMk cId="2595907289" sldId="288"/>
            <ac:cxnSpMk id="19" creationId="{C4DDBE22-A699-8B6C-74FE-6F97E1037290}"/>
          </ac:cxnSpMkLst>
        </pc:cxnChg>
        <pc:cxnChg chg="add mod">
          <ac:chgData name="村田　匡輝（豊田高専）" userId="0f6e8962-29cf-4010-9503-85933b69c850" providerId="ADAL" clId="{FB754435-BE19-F941-9DAA-594B1F201DBE}" dt="2025-03-27T08:02:27.687" v="34387" actId="692"/>
          <ac:cxnSpMkLst>
            <pc:docMk/>
            <pc:sldMk cId="2595907289" sldId="288"/>
            <ac:cxnSpMk id="20" creationId="{C4A1D670-2AB0-316E-8724-5E28D94549BF}"/>
          </ac:cxnSpMkLst>
        </pc:cxnChg>
        <pc:cxnChg chg="add mod">
          <ac:chgData name="村田　匡輝（豊田高専）" userId="0f6e8962-29cf-4010-9503-85933b69c850" providerId="ADAL" clId="{FB754435-BE19-F941-9DAA-594B1F201DBE}" dt="2025-03-27T08:02:27.687" v="34387" actId="692"/>
          <ac:cxnSpMkLst>
            <pc:docMk/>
            <pc:sldMk cId="2595907289" sldId="288"/>
            <ac:cxnSpMk id="21" creationId="{C8E74B57-13FA-E52C-F900-7EF7FBA5CE8A}"/>
          </ac:cxnSpMkLst>
        </pc:cxnChg>
        <pc:cxnChg chg="add mod">
          <ac:chgData name="村田　匡輝（豊田高専）" userId="0f6e8962-29cf-4010-9503-85933b69c850" providerId="ADAL" clId="{FB754435-BE19-F941-9DAA-594B1F201DBE}" dt="2025-03-28T01:26:00.792" v="34987" actId="552"/>
          <ac:cxnSpMkLst>
            <pc:docMk/>
            <pc:sldMk cId="2595907289" sldId="288"/>
            <ac:cxnSpMk id="25" creationId="{5A7C7E93-0F00-0B92-B946-D2B8DDFAC78F}"/>
          </ac:cxnSpMkLst>
        </pc:cxnChg>
        <pc:cxnChg chg="add mod">
          <ac:chgData name="村田　匡輝（豊田高専）" userId="0f6e8962-29cf-4010-9503-85933b69c850" providerId="ADAL" clId="{FB754435-BE19-F941-9DAA-594B1F201DBE}" dt="2025-03-28T01:26:00.792" v="34987" actId="552"/>
          <ac:cxnSpMkLst>
            <pc:docMk/>
            <pc:sldMk cId="2595907289" sldId="288"/>
            <ac:cxnSpMk id="26" creationId="{9570035E-FB19-FF38-3DBC-91F0021BEB40}"/>
          </ac:cxnSpMkLst>
        </pc:cxnChg>
      </pc:sldChg>
      <pc:sldChg chg="addSp delSp modSp new del mod modClrScheme chgLayout">
        <pc:chgData name="村田　匡輝（豊田高専）" userId="0f6e8962-29cf-4010-9503-85933b69c850" providerId="ADAL" clId="{FB754435-BE19-F941-9DAA-594B1F201DBE}" dt="2025-03-25T04:21:39.658" v="28203" actId="2696"/>
        <pc:sldMkLst>
          <pc:docMk/>
          <pc:sldMk cId="1094036290" sldId="289"/>
        </pc:sldMkLst>
      </pc:sldChg>
      <pc:sldChg chg="addSp delSp modSp new mod chgLayout modNotesTx">
        <pc:chgData name="村田　匡輝（豊田高専）" userId="0f6e8962-29cf-4010-9503-85933b69c850" providerId="ADAL" clId="{FB754435-BE19-F941-9DAA-594B1F201DBE}" dt="2025-03-29T02:41:42.634" v="51653" actId="20577"/>
        <pc:sldMkLst>
          <pc:docMk/>
          <pc:sldMk cId="1362915745" sldId="289"/>
        </pc:sldMkLst>
        <pc:spChg chg="mod ord">
          <ac:chgData name="村田　匡輝（豊田高専）" userId="0f6e8962-29cf-4010-9503-85933b69c850" providerId="ADAL" clId="{FB754435-BE19-F941-9DAA-594B1F201DBE}" dt="2025-03-25T05:31:21.070" v="29319" actId="700"/>
          <ac:spMkLst>
            <pc:docMk/>
            <pc:sldMk cId="1362915745" sldId="289"/>
            <ac:spMk id="2" creationId="{49ABCC4E-E953-197D-7F0F-D0FFA0D67403}"/>
          </ac:spMkLst>
        </pc:spChg>
        <pc:spChg chg="mod ord">
          <ac:chgData name="村田　匡輝（豊田高専）" userId="0f6e8962-29cf-4010-9503-85933b69c850" providerId="ADAL" clId="{FB754435-BE19-F941-9DAA-594B1F201DBE}" dt="2025-03-25T05:31:21.070" v="29319" actId="700"/>
          <ac:spMkLst>
            <pc:docMk/>
            <pc:sldMk cId="1362915745" sldId="289"/>
            <ac:spMk id="3" creationId="{58A69E64-905D-D4BA-FB1D-45EF75CC4D59}"/>
          </ac:spMkLst>
        </pc:spChg>
        <pc:graphicFrameChg chg="add mod ord modGraphic">
          <ac:chgData name="村田　匡輝（豊田高専）" userId="0f6e8962-29cf-4010-9503-85933b69c850" providerId="ADAL" clId="{FB754435-BE19-F941-9DAA-594B1F201DBE}" dt="2025-03-25T09:37:44.398" v="32128" actId="2062"/>
          <ac:graphicFrameMkLst>
            <pc:docMk/>
            <pc:sldMk cId="1362915745" sldId="289"/>
            <ac:graphicFrameMk id="5" creationId="{ED1B7C41-C38F-0B8B-1C09-B7BB206E0AF1}"/>
          </ac:graphicFrameMkLst>
        </pc:graphicFrameChg>
      </pc:sldChg>
      <pc:sldChg chg="addSp delSp modSp new del mod modClrScheme chgLayout">
        <pc:chgData name="村田　匡輝（豊田高専）" userId="0f6e8962-29cf-4010-9503-85933b69c850" providerId="ADAL" clId="{FB754435-BE19-F941-9DAA-594B1F201DBE}" dt="2025-03-24T21:49:58.349" v="26661" actId="2696"/>
        <pc:sldMkLst>
          <pc:docMk/>
          <pc:sldMk cId="4262225834" sldId="289"/>
        </pc:sldMkLst>
      </pc:sldChg>
      <pc:sldChg chg="add del">
        <pc:chgData name="村田　匡輝（豊田高専）" userId="0f6e8962-29cf-4010-9503-85933b69c850" providerId="ADAL" clId="{FB754435-BE19-F941-9DAA-594B1F201DBE}" dt="2025-03-25T07:46:46.357" v="30690" actId="2696"/>
        <pc:sldMkLst>
          <pc:docMk/>
          <pc:sldMk cId="3301046777" sldId="290"/>
        </pc:sldMkLst>
      </pc:sldChg>
      <pc:sldChg chg="modSp add del mod">
        <pc:chgData name="村田　匡輝（豊田高専）" userId="0f6e8962-29cf-4010-9503-85933b69c850" providerId="ADAL" clId="{FB754435-BE19-F941-9DAA-594B1F201DBE}" dt="2025-03-25T07:11:46.096" v="30430" actId="2696"/>
        <pc:sldMkLst>
          <pc:docMk/>
          <pc:sldMk cId="582646576" sldId="291"/>
        </pc:sldMkLst>
      </pc:sldChg>
      <pc:sldChg chg="addSp delSp modSp add mod modNotesTx">
        <pc:chgData name="村田　匡輝（豊田高専）" userId="0f6e8962-29cf-4010-9503-85933b69c850" providerId="ADAL" clId="{FB754435-BE19-F941-9DAA-594B1F201DBE}" dt="2025-03-29T10:35:36.991" v="58417" actId="20577"/>
        <pc:sldMkLst>
          <pc:docMk/>
          <pc:sldMk cId="548542787" sldId="292"/>
        </pc:sldMkLst>
        <pc:spChg chg="mod">
          <ac:chgData name="村田　匡輝（豊田高専）" userId="0f6e8962-29cf-4010-9503-85933b69c850" providerId="ADAL" clId="{FB754435-BE19-F941-9DAA-594B1F201DBE}" dt="2025-03-25T06:57:56.886" v="30349" actId="20577"/>
          <ac:spMkLst>
            <pc:docMk/>
            <pc:sldMk cId="548542787" sldId="292"/>
            <ac:spMk id="3" creationId="{D36BAFAB-79A5-6ADE-E59E-D8B5BF3C016D}"/>
          </ac:spMkLst>
        </pc:spChg>
        <pc:spChg chg="add mod">
          <ac:chgData name="村田　匡輝（豊田高専）" userId="0f6e8962-29cf-4010-9503-85933b69c850" providerId="ADAL" clId="{FB754435-BE19-F941-9DAA-594B1F201DBE}" dt="2025-03-25T06:59:38.503" v="30369" actId="1035"/>
          <ac:spMkLst>
            <pc:docMk/>
            <pc:sldMk cId="548542787" sldId="292"/>
            <ac:spMk id="5" creationId="{4BF5F69A-6D45-B9E7-61EC-FD529502C970}"/>
          </ac:spMkLst>
        </pc:spChg>
        <pc:spChg chg="mod">
          <ac:chgData name="村田　匡輝（豊田高専）" userId="0f6e8962-29cf-4010-9503-85933b69c850" providerId="ADAL" clId="{FB754435-BE19-F941-9DAA-594B1F201DBE}" dt="2025-03-25T07:11:14.627" v="30414" actId="20577"/>
          <ac:spMkLst>
            <pc:docMk/>
            <pc:sldMk cId="548542787" sldId="292"/>
            <ac:spMk id="24" creationId="{0A7AA049-9452-6203-4CDD-DF10FF6978ED}"/>
          </ac:spMkLst>
        </pc:spChg>
        <pc:spChg chg="mod">
          <ac:chgData name="村田　匡輝（豊田高専）" userId="0f6e8962-29cf-4010-9503-85933b69c850" providerId="ADAL" clId="{FB754435-BE19-F941-9DAA-594B1F201DBE}" dt="2025-03-29T10:03:23.451" v="57695"/>
          <ac:spMkLst>
            <pc:docMk/>
            <pc:sldMk cId="548542787" sldId="292"/>
            <ac:spMk id="29" creationId="{5DB6442E-7E6F-B7CB-5784-E6C75D7B93B8}"/>
          </ac:spMkLst>
        </pc:spChg>
        <pc:spChg chg="mod">
          <ac:chgData name="村田　匡輝（豊田高専）" userId="0f6e8962-29cf-4010-9503-85933b69c850" providerId="ADAL" clId="{FB754435-BE19-F941-9DAA-594B1F201DBE}" dt="2025-03-29T10:03:23.451" v="57695"/>
          <ac:spMkLst>
            <pc:docMk/>
            <pc:sldMk cId="548542787" sldId="292"/>
            <ac:spMk id="30" creationId="{00E328F0-41AC-6C78-1C60-3299572E3A2D}"/>
          </ac:spMkLst>
        </pc:spChg>
        <pc:spChg chg="mod">
          <ac:chgData name="村田　匡輝（豊田高専）" userId="0f6e8962-29cf-4010-9503-85933b69c850" providerId="ADAL" clId="{FB754435-BE19-F941-9DAA-594B1F201DBE}" dt="2025-03-29T10:03:23.451" v="57695"/>
          <ac:spMkLst>
            <pc:docMk/>
            <pc:sldMk cId="548542787" sldId="292"/>
            <ac:spMk id="31" creationId="{D3CF3ACA-ADA4-69D7-A157-B5127830BF9B}"/>
          </ac:spMkLst>
        </pc:spChg>
        <pc:spChg chg="mod">
          <ac:chgData name="村田　匡輝（豊田高専）" userId="0f6e8962-29cf-4010-9503-85933b69c850" providerId="ADAL" clId="{FB754435-BE19-F941-9DAA-594B1F201DBE}" dt="2025-03-29T10:03:23.451" v="57695"/>
          <ac:spMkLst>
            <pc:docMk/>
            <pc:sldMk cId="548542787" sldId="292"/>
            <ac:spMk id="32" creationId="{7970FCD1-588B-DEB1-5810-1EB97520A1E0}"/>
          </ac:spMkLst>
        </pc:spChg>
        <pc:grpChg chg="del">
          <ac:chgData name="村田　匡輝（豊田高専）" userId="0f6e8962-29cf-4010-9503-85933b69c850" providerId="ADAL" clId="{FB754435-BE19-F941-9DAA-594B1F201DBE}" dt="2025-03-29T10:03:23.019" v="57694" actId="478"/>
          <ac:grpSpMkLst>
            <pc:docMk/>
            <pc:sldMk cId="548542787" sldId="292"/>
            <ac:grpSpMk id="25" creationId="{8FF06BDA-AD92-93D6-07F5-7836869BD447}"/>
          </ac:grpSpMkLst>
        </pc:grpChg>
        <pc:picChg chg="mod">
          <ac:chgData name="村田　匡輝（豊田高専）" userId="0f6e8962-29cf-4010-9503-85933b69c850" providerId="ADAL" clId="{FB754435-BE19-F941-9DAA-594B1F201DBE}" dt="2025-03-29T10:03:23.451" v="57695"/>
          <ac:picMkLst>
            <pc:docMk/>
            <pc:sldMk cId="548542787" sldId="292"/>
            <ac:picMk id="11" creationId="{EE999F8B-59A1-B0BD-1AD9-43E3D305581C}"/>
          </ac:picMkLst>
        </pc:picChg>
        <pc:picChg chg="mod">
          <ac:chgData name="村田　匡輝（豊田高専）" userId="0f6e8962-29cf-4010-9503-85933b69c850" providerId="ADAL" clId="{FB754435-BE19-F941-9DAA-594B1F201DBE}" dt="2025-03-29T10:03:23.451" v="57695"/>
          <ac:picMkLst>
            <pc:docMk/>
            <pc:sldMk cId="548542787" sldId="292"/>
            <ac:picMk id="13" creationId="{DEB30ACF-BA46-3AF0-7640-0EA1BD828881}"/>
          </ac:picMkLst>
        </pc:picChg>
        <pc:picChg chg="mod">
          <ac:chgData name="村田　匡輝（豊田高専）" userId="0f6e8962-29cf-4010-9503-85933b69c850" providerId="ADAL" clId="{FB754435-BE19-F941-9DAA-594B1F201DBE}" dt="2025-03-29T10:03:23.451" v="57695"/>
          <ac:picMkLst>
            <pc:docMk/>
            <pc:sldMk cId="548542787" sldId="292"/>
            <ac:picMk id="15" creationId="{9BC40E34-2602-2813-7BC9-84ECC1390BF0}"/>
          </ac:picMkLst>
        </pc:picChg>
        <pc:picChg chg="mod">
          <ac:chgData name="村田　匡輝（豊田高専）" userId="0f6e8962-29cf-4010-9503-85933b69c850" providerId="ADAL" clId="{FB754435-BE19-F941-9DAA-594B1F201DBE}" dt="2025-03-29T10:03:23.451" v="57695"/>
          <ac:picMkLst>
            <pc:docMk/>
            <pc:sldMk cId="548542787" sldId="292"/>
            <ac:picMk id="23" creationId="{F9B760E0-DA5A-6E5D-1042-9961A1CABC3C}"/>
          </ac:picMkLst>
        </pc:picChg>
        <pc:picChg chg="mod">
          <ac:chgData name="村田　匡輝（豊田高専）" userId="0f6e8962-29cf-4010-9503-85933b69c850" providerId="ADAL" clId="{FB754435-BE19-F941-9DAA-594B1F201DBE}" dt="2025-03-29T10:03:23.451" v="57695"/>
          <ac:picMkLst>
            <pc:docMk/>
            <pc:sldMk cId="548542787" sldId="292"/>
            <ac:picMk id="26" creationId="{FD11097D-FA64-E571-B2AE-876874304893}"/>
          </ac:picMkLst>
        </pc:picChg>
        <pc:picChg chg="mod">
          <ac:chgData name="村田　匡輝（豊田高専）" userId="0f6e8962-29cf-4010-9503-85933b69c850" providerId="ADAL" clId="{FB754435-BE19-F941-9DAA-594B1F201DBE}" dt="2025-03-29T10:03:23.451" v="57695"/>
          <ac:picMkLst>
            <pc:docMk/>
            <pc:sldMk cId="548542787" sldId="292"/>
            <ac:picMk id="27" creationId="{CAA5521C-9F04-50A5-AF69-CF5E6674DDFB}"/>
          </ac:picMkLst>
        </pc:picChg>
        <pc:cxnChg chg="add mod">
          <ac:chgData name="村田　匡輝（豊田高専）" userId="0f6e8962-29cf-4010-9503-85933b69c850" providerId="ADAL" clId="{FB754435-BE19-F941-9DAA-594B1F201DBE}" dt="2025-03-25T07:11:26.662" v="30426" actId="14100"/>
          <ac:cxnSpMkLst>
            <pc:docMk/>
            <pc:sldMk cId="548542787" sldId="292"/>
            <ac:cxnSpMk id="6" creationId="{D4E8D5E0-8D57-D866-245B-5FC2CB4F5D65}"/>
          </ac:cxnSpMkLst>
        </pc:cxnChg>
      </pc:sldChg>
      <pc:sldChg chg="addSp delSp modSp add del mod modShow">
        <pc:chgData name="村田　匡輝（豊田高専）" userId="0f6e8962-29cf-4010-9503-85933b69c850" providerId="ADAL" clId="{FB754435-BE19-F941-9DAA-594B1F201DBE}" dt="2025-03-27T07:20:57.289" v="33979" actId="2696"/>
        <pc:sldMkLst>
          <pc:docMk/>
          <pc:sldMk cId="708953201" sldId="293"/>
        </pc:sldMkLst>
      </pc:sldChg>
      <pc:sldChg chg="add">
        <pc:chgData name="村田　匡輝（豊田高専）" userId="0f6e8962-29cf-4010-9503-85933b69c850" providerId="ADAL" clId="{FB754435-BE19-F941-9DAA-594B1F201DBE}" dt="2025-03-27T07:21:00.405" v="33980"/>
        <pc:sldMkLst>
          <pc:docMk/>
          <pc:sldMk cId="1864212833" sldId="293"/>
        </pc:sldMkLst>
      </pc:sldChg>
      <pc:sldChg chg="addSp delSp modSp add mod modClrScheme modAnim chgLayout modNotesTx">
        <pc:chgData name="村田　匡輝（豊田高専）" userId="0f6e8962-29cf-4010-9503-85933b69c850" providerId="ADAL" clId="{FB754435-BE19-F941-9DAA-594B1F201DBE}" dt="2025-03-29T10:32:00.228" v="58348" actId="20577"/>
        <pc:sldMkLst>
          <pc:docMk/>
          <pc:sldMk cId="791981951" sldId="294"/>
        </pc:sldMkLst>
        <pc:spChg chg="mod ord">
          <ac:chgData name="村田　匡輝（豊田高専）" userId="0f6e8962-29cf-4010-9503-85933b69c850" providerId="ADAL" clId="{FB754435-BE19-F941-9DAA-594B1F201DBE}" dt="2025-03-25T09:47:23.552" v="32869" actId="700"/>
          <ac:spMkLst>
            <pc:docMk/>
            <pc:sldMk cId="791981951" sldId="294"/>
            <ac:spMk id="2" creationId="{BB8B233F-9B3B-6079-9850-DDDF7CBB89EB}"/>
          </ac:spMkLst>
        </pc:spChg>
        <pc:spChg chg="mod ord">
          <ac:chgData name="村田　匡輝（豊田高専）" userId="0f6e8962-29cf-4010-9503-85933b69c850" providerId="ADAL" clId="{FB754435-BE19-F941-9DAA-594B1F201DBE}" dt="2025-03-27T07:48:10.400" v="34240" actId="113"/>
          <ac:spMkLst>
            <pc:docMk/>
            <pc:sldMk cId="791981951" sldId="294"/>
            <ac:spMk id="3" creationId="{02A62E34-E761-04C5-EFB7-FDEEE7C04721}"/>
          </ac:spMkLst>
        </pc:spChg>
        <pc:spChg chg="mod ord">
          <ac:chgData name="村田　匡輝（豊田高専）" userId="0f6e8962-29cf-4010-9503-85933b69c850" providerId="ADAL" clId="{FB754435-BE19-F941-9DAA-594B1F201DBE}" dt="2025-03-25T09:47:23.552" v="32869" actId="700"/>
          <ac:spMkLst>
            <pc:docMk/>
            <pc:sldMk cId="791981951" sldId="294"/>
            <ac:spMk id="4" creationId="{F76DC940-FF86-CCAE-A8B9-01C2784D0F51}"/>
          </ac:spMkLst>
        </pc:spChg>
        <pc:spChg chg="add mod">
          <ac:chgData name="村田　匡輝（豊田高専）" userId="0f6e8962-29cf-4010-9503-85933b69c850" providerId="ADAL" clId="{FB754435-BE19-F941-9DAA-594B1F201DBE}" dt="2025-03-29T02:14:42.004" v="51046" actId="20577"/>
          <ac:spMkLst>
            <pc:docMk/>
            <pc:sldMk cId="791981951" sldId="294"/>
            <ac:spMk id="6" creationId="{AA63E3AD-1AEC-447E-8E2A-C6B734E58B92}"/>
          </ac:spMkLst>
        </pc:spChg>
        <pc:spChg chg="add mod">
          <ac:chgData name="村田　匡輝（豊田高専）" userId="0f6e8962-29cf-4010-9503-85933b69c850" providerId="ADAL" clId="{FB754435-BE19-F941-9DAA-594B1F201DBE}" dt="2025-03-27T15:11:23.113" v="34635" actId="164"/>
          <ac:spMkLst>
            <pc:docMk/>
            <pc:sldMk cId="791981951" sldId="294"/>
            <ac:spMk id="12" creationId="{86123285-52D0-A4B5-4DFB-68F9E7E66F30}"/>
          </ac:spMkLst>
        </pc:spChg>
        <pc:spChg chg="add mod">
          <ac:chgData name="村田　匡輝（豊田高専）" userId="0f6e8962-29cf-4010-9503-85933b69c850" providerId="ADAL" clId="{FB754435-BE19-F941-9DAA-594B1F201DBE}" dt="2025-03-27T15:11:56.153" v="34639" actId="164"/>
          <ac:spMkLst>
            <pc:docMk/>
            <pc:sldMk cId="791981951" sldId="294"/>
            <ac:spMk id="13" creationId="{1AF4AA25-2343-33B1-AD0B-9AF01D802887}"/>
          </ac:spMkLst>
        </pc:spChg>
        <pc:spChg chg="add mod">
          <ac:chgData name="村田　匡輝（豊田高専）" userId="0f6e8962-29cf-4010-9503-85933b69c850" providerId="ADAL" clId="{FB754435-BE19-F941-9DAA-594B1F201DBE}" dt="2025-03-29T10:02:36.629" v="57689" actId="2085"/>
          <ac:spMkLst>
            <pc:docMk/>
            <pc:sldMk cId="791981951" sldId="294"/>
            <ac:spMk id="19" creationId="{CD144FE5-38B0-04BC-6688-DEFD1BDA50EE}"/>
          </ac:spMkLst>
        </pc:spChg>
        <pc:grpChg chg="add mod">
          <ac:chgData name="村田　匡輝（豊田高専）" userId="0f6e8962-29cf-4010-9503-85933b69c850" providerId="ADAL" clId="{FB754435-BE19-F941-9DAA-594B1F201DBE}" dt="2025-03-27T15:11:23.113" v="34635" actId="164"/>
          <ac:grpSpMkLst>
            <pc:docMk/>
            <pc:sldMk cId="791981951" sldId="294"/>
            <ac:grpSpMk id="17" creationId="{8CD34EC1-5182-0BA3-050D-E9A4B160E444}"/>
          </ac:grpSpMkLst>
        </pc:grpChg>
        <pc:grpChg chg="add mod">
          <ac:chgData name="村田　匡輝（豊田高専）" userId="0f6e8962-29cf-4010-9503-85933b69c850" providerId="ADAL" clId="{FB754435-BE19-F941-9DAA-594B1F201DBE}" dt="2025-03-27T15:11:56.153" v="34639" actId="164"/>
          <ac:grpSpMkLst>
            <pc:docMk/>
            <pc:sldMk cId="791981951" sldId="294"/>
            <ac:grpSpMk id="18" creationId="{E30BD17F-29E0-9F3C-7FF1-4D9EF1525581}"/>
          </ac:grpSpMkLst>
        </pc:grpChg>
        <pc:graphicFrameChg chg="add del mod modGraphic">
          <ac:chgData name="村田　匡輝（豊田高専）" userId="0f6e8962-29cf-4010-9503-85933b69c850" providerId="ADAL" clId="{FB754435-BE19-F941-9DAA-594B1F201DBE}" dt="2025-03-27T07:36:17.299" v="34134" actId="1076"/>
          <ac:graphicFrameMkLst>
            <pc:docMk/>
            <pc:sldMk cId="791981951" sldId="294"/>
            <ac:graphicFrameMk id="5" creationId="{C4CF2096-2B68-A0C5-7178-8778EDD52AF2}"/>
          </ac:graphicFrameMkLst>
        </pc:graphicFrameChg>
        <pc:graphicFrameChg chg="add mod modVis">
          <ac:chgData name="村田　匡輝（豊田高専）" userId="0f6e8962-29cf-4010-9503-85933b69c850" providerId="ADAL" clId="{FB754435-BE19-F941-9DAA-594B1F201DBE}" dt="2025-03-27T07:42:13.999" v="34233" actId="14430"/>
          <ac:graphicFrameMkLst>
            <pc:docMk/>
            <pc:sldMk cId="791981951" sldId="294"/>
            <ac:graphicFrameMk id="9" creationId="{4692E641-2022-8F9F-69D9-263572CAE757}"/>
          </ac:graphicFrameMkLst>
        </pc:graphicFrameChg>
        <pc:cxnChg chg="add mod">
          <ac:chgData name="村田　匡輝（豊田高専）" userId="0f6e8962-29cf-4010-9503-85933b69c850" providerId="ADAL" clId="{FB754435-BE19-F941-9DAA-594B1F201DBE}" dt="2025-03-27T15:11:23.113" v="34635" actId="164"/>
          <ac:cxnSpMkLst>
            <pc:docMk/>
            <pc:sldMk cId="791981951" sldId="294"/>
            <ac:cxnSpMk id="10" creationId="{23D0E258-AE9E-8694-87BE-9969364E78A1}"/>
          </ac:cxnSpMkLst>
        </pc:cxnChg>
        <pc:cxnChg chg="add mod">
          <ac:chgData name="村田　匡輝（豊田高専）" userId="0f6e8962-29cf-4010-9503-85933b69c850" providerId="ADAL" clId="{FB754435-BE19-F941-9DAA-594B1F201DBE}" dt="2025-03-27T15:11:56.153" v="34639" actId="164"/>
          <ac:cxnSpMkLst>
            <pc:docMk/>
            <pc:sldMk cId="791981951" sldId="294"/>
            <ac:cxnSpMk id="11" creationId="{6E95A0E8-77DC-E6CF-4D3E-9B360B94B04C}"/>
          </ac:cxnSpMkLst>
        </pc:cxnChg>
      </pc:sldChg>
      <pc:sldChg chg="addSp modSp add del">
        <pc:chgData name="村田　匡輝（豊田高専）" userId="0f6e8962-29cf-4010-9503-85933b69c850" providerId="ADAL" clId="{FB754435-BE19-F941-9DAA-594B1F201DBE}" dt="2025-03-27T07:21:35.391" v="34064" actId="2696"/>
        <pc:sldMkLst>
          <pc:docMk/>
          <pc:sldMk cId="2667127871" sldId="295"/>
        </pc:sldMkLst>
      </pc:sldChg>
      <pc:sldChg chg="addSp delSp modSp add mod modNotesTx">
        <pc:chgData name="村田　匡輝（豊田高専）" userId="0f6e8962-29cf-4010-9503-85933b69c850" providerId="ADAL" clId="{FB754435-BE19-F941-9DAA-594B1F201DBE}" dt="2025-03-29T10:10:22.732" v="57933" actId="20577"/>
        <pc:sldMkLst>
          <pc:docMk/>
          <pc:sldMk cId="901337746" sldId="296"/>
        </pc:sldMkLst>
        <pc:spChg chg="mod">
          <ac:chgData name="村田　匡輝（豊田高専）" userId="0f6e8962-29cf-4010-9503-85933b69c850" providerId="ADAL" clId="{FB754435-BE19-F941-9DAA-594B1F201DBE}" dt="2025-03-29T10:06:49.527" v="57751" actId="27636"/>
          <ac:spMkLst>
            <pc:docMk/>
            <pc:sldMk cId="901337746" sldId="296"/>
            <ac:spMk id="3" creationId="{14932659-8501-137F-ABAA-17C175C9DA17}"/>
          </ac:spMkLst>
        </pc:spChg>
        <pc:picChg chg="add mod">
          <ac:chgData name="村田　匡輝（豊田高専）" userId="0f6e8962-29cf-4010-9503-85933b69c850" providerId="ADAL" clId="{FB754435-BE19-F941-9DAA-594B1F201DBE}" dt="2025-03-28T01:20:43.467" v="34724"/>
          <ac:picMkLst>
            <pc:docMk/>
            <pc:sldMk cId="901337746" sldId="296"/>
            <ac:picMk id="6" creationId="{3E0F6655-B245-7576-E4C0-E34B3A905E69}"/>
          </ac:picMkLst>
        </pc:picChg>
      </pc:sldChg>
      <pc:sldChg chg="modSp add del mod">
        <pc:chgData name="村田　匡輝（豊田高専）" userId="0f6e8962-29cf-4010-9503-85933b69c850" providerId="ADAL" clId="{FB754435-BE19-F941-9DAA-594B1F201DBE}" dt="2025-03-27T04:38:49.377" v="33079" actId="2696"/>
        <pc:sldMkLst>
          <pc:docMk/>
          <pc:sldMk cId="1838506131" sldId="296"/>
        </pc:sldMkLst>
      </pc:sldChg>
      <pc:sldChg chg="modSp add mod modNotesTx">
        <pc:chgData name="村田　匡輝（豊田高専）" userId="0f6e8962-29cf-4010-9503-85933b69c850" providerId="ADAL" clId="{FB754435-BE19-F941-9DAA-594B1F201DBE}" dt="2025-03-29T10:06:33.391" v="57743" actId="27636"/>
        <pc:sldMkLst>
          <pc:docMk/>
          <pc:sldMk cId="1972832724" sldId="297"/>
        </pc:sldMkLst>
        <pc:spChg chg="mod">
          <ac:chgData name="村田　匡輝（豊田高専）" userId="0f6e8962-29cf-4010-9503-85933b69c850" providerId="ADAL" clId="{FB754435-BE19-F941-9DAA-594B1F201DBE}" dt="2025-03-29T10:06:33.391" v="57743" actId="27636"/>
          <ac:spMkLst>
            <pc:docMk/>
            <pc:sldMk cId="1972832724" sldId="297"/>
            <ac:spMk id="3" creationId="{9075078B-7C7F-F2A4-C0B1-543E89002152}"/>
          </ac:spMkLst>
        </pc:spChg>
      </pc:sldChg>
      <pc:sldChg chg="addSp delSp modSp new mod modClrScheme modAnim chgLayout modNotesTx">
        <pc:chgData name="村田　匡輝（豊田高専）" userId="0f6e8962-29cf-4010-9503-85933b69c850" providerId="ADAL" clId="{FB754435-BE19-F941-9DAA-594B1F201DBE}" dt="2025-03-29T10:27:30.063" v="58251" actId="20577"/>
        <pc:sldMkLst>
          <pc:docMk/>
          <pc:sldMk cId="1673195028" sldId="298"/>
        </pc:sldMkLst>
        <pc:spChg chg="add del mod ord">
          <ac:chgData name="村田　匡輝（豊田高専）" userId="0f6e8962-29cf-4010-9503-85933b69c850" providerId="ADAL" clId="{FB754435-BE19-F941-9DAA-594B1F201DBE}" dt="2025-03-28T03:27:59.931" v="36029" actId="207"/>
          <ac:spMkLst>
            <pc:docMk/>
            <pc:sldMk cId="1673195028" sldId="298"/>
            <ac:spMk id="2" creationId="{3BA7F1CB-A4A3-4DBC-0340-63C85A5A036C}"/>
          </ac:spMkLst>
        </pc:spChg>
        <pc:spChg chg="mod ord">
          <ac:chgData name="村田　匡輝（豊田高専）" userId="0f6e8962-29cf-4010-9503-85933b69c850" providerId="ADAL" clId="{FB754435-BE19-F941-9DAA-594B1F201DBE}" dt="2025-03-28T03:08:39.447" v="35723" actId="13244"/>
          <ac:spMkLst>
            <pc:docMk/>
            <pc:sldMk cId="1673195028" sldId="298"/>
            <ac:spMk id="5" creationId="{87E9EA5A-3F44-EDEE-1356-6EA4F0662866}"/>
          </ac:spMkLst>
        </pc:spChg>
        <pc:spChg chg="add mod modVis">
          <ac:chgData name="村田　匡輝（豊田高専）" userId="0f6e8962-29cf-4010-9503-85933b69c850" providerId="ADAL" clId="{FB754435-BE19-F941-9DAA-594B1F201DBE}" dt="2025-03-28T03:55:43.335" v="36786" actId="14429"/>
          <ac:spMkLst>
            <pc:docMk/>
            <pc:sldMk cId="1673195028" sldId="298"/>
            <ac:spMk id="7" creationId="{01CC2294-6996-7E85-8A19-ED2209DD3A8B}"/>
          </ac:spMkLst>
        </pc:spChg>
        <pc:spChg chg="add mod modVis">
          <ac:chgData name="村田　匡輝（豊田高専）" userId="0f6e8962-29cf-4010-9503-85933b69c850" providerId="ADAL" clId="{FB754435-BE19-F941-9DAA-594B1F201DBE}" dt="2025-03-28T03:56:15.380" v="36803" actId="14429"/>
          <ac:spMkLst>
            <pc:docMk/>
            <pc:sldMk cId="1673195028" sldId="298"/>
            <ac:spMk id="8" creationId="{67B437E7-F3F6-AB77-4220-E6B6F5854DB5}"/>
          </ac:spMkLst>
        </pc:spChg>
        <pc:spChg chg="add mod ord modVis">
          <ac:chgData name="村田　匡輝（豊田高専）" userId="0f6e8962-29cf-4010-9503-85933b69c850" providerId="ADAL" clId="{FB754435-BE19-F941-9DAA-594B1F201DBE}" dt="2025-03-28T03:58:51.010" v="36999" actId="14429"/>
          <ac:spMkLst>
            <pc:docMk/>
            <pc:sldMk cId="1673195028" sldId="298"/>
            <ac:spMk id="49" creationId="{5410B160-91C2-3537-EA03-5F225CEE31EA}"/>
          </ac:spMkLst>
        </pc:spChg>
        <pc:spChg chg="add mod modVis">
          <ac:chgData name="村田　匡輝（豊田高専）" userId="0f6e8962-29cf-4010-9503-85933b69c850" providerId="ADAL" clId="{FB754435-BE19-F941-9DAA-594B1F201DBE}" dt="2025-03-28T03:58:50.430" v="36998" actId="14429"/>
          <ac:spMkLst>
            <pc:docMk/>
            <pc:sldMk cId="1673195028" sldId="298"/>
            <ac:spMk id="50" creationId="{399B22BB-7985-9775-0E0F-CB7BBA8108CF}"/>
          </ac:spMkLst>
        </pc:spChg>
        <pc:spChg chg="mod topLvl modVis">
          <ac:chgData name="村田　匡輝（豊田高専）" userId="0f6e8962-29cf-4010-9503-85933b69c850" providerId="ADAL" clId="{FB754435-BE19-F941-9DAA-594B1F201DBE}" dt="2025-03-28T03:59:31.913" v="37004" actId="207"/>
          <ac:spMkLst>
            <pc:docMk/>
            <pc:sldMk cId="1673195028" sldId="298"/>
            <ac:spMk id="52" creationId="{BC7DB96E-4190-CE2C-6AA7-EB7E44EAE8FC}"/>
          </ac:spMkLst>
        </pc:spChg>
        <pc:spChg chg="add mod">
          <ac:chgData name="村田　匡輝（豊田高専）" userId="0f6e8962-29cf-4010-9503-85933b69c850" providerId="ADAL" clId="{FB754435-BE19-F941-9DAA-594B1F201DBE}" dt="2025-03-29T09:55:26.791" v="57377" actId="207"/>
          <ac:spMkLst>
            <pc:docMk/>
            <pc:sldMk cId="1673195028" sldId="298"/>
            <ac:spMk id="58" creationId="{53CF55E6-E8F9-591B-B11C-0B0C1957D889}"/>
          </ac:spMkLst>
        </pc:spChg>
        <pc:spChg chg="add mod">
          <ac:chgData name="村田　匡輝（豊田高専）" userId="0f6e8962-29cf-4010-9503-85933b69c850" providerId="ADAL" clId="{FB754435-BE19-F941-9DAA-594B1F201DBE}" dt="2025-03-29T09:56:14.669" v="57442" actId="207"/>
          <ac:spMkLst>
            <pc:docMk/>
            <pc:sldMk cId="1673195028" sldId="298"/>
            <ac:spMk id="63" creationId="{FC1EDD8D-6FED-8A6C-D19B-E63F28E6CC29}"/>
          </ac:spMkLst>
        </pc:spChg>
        <pc:spChg chg="add mod">
          <ac:chgData name="村田　匡輝（豊田高専）" userId="0f6e8962-29cf-4010-9503-85933b69c850" providerId="ADAL" clId="{FB754435-BE19-F941-9DAA-594B1F201DBE}" dt="2025-03-29T09:55:55.162" v="57414" actId="1035"/>
          <ac:spMkLst>
            <pc:docMk/>
            <pc:sldMk cId="1673195028" sldId="298"/>
            <ac:spMk id="64" creationId="{AE0C91FF-FBBA-58A0-E87F-1706CF24005E}"/>
          </ac:spMkLst>
        </pc:spChg>
        <pc:spChg chg="add mod">
          <ac:chgData name="村田　匡輝（豊田高専）" userId="0f6e8962-29cf-4010-9503-85933b69c850" providerId="ADAL" clId="{FB754435-BE19-F941-9DAA-594B1F201DBE}" dt="2025-03-29T09:54:27.517" v="57311" actId="1076"/>
          <ac:spMkLst>
            <pc:docMk/>
            <pc:sldMk cId="1673195028" sldId="298"/>
            <ac:spMk id="65" creationId="{709D53B6-1CDD-E70C-6E41-ED7C0AB5B70D}"/>
          </ac:spMkLst>
        </pc:spChg>
        <pc:spChg chg="add mod">
          <ac:chgData name="村田　匡輝（豊田高専）" userId="0f6e8962-29cf-4010-9503-85933b69c850" providerId="ADAL" clId="{FB754435-BE19-F941-9DAA-594B1F201DBE}" dt="2025-03-29T09:54:23.122" v="57310" actId="403"/>
          <ac:spMkLst>
            <pc:docMk/>
            <pc:sldMk cId="1673195028" sldId="298"/>
            <ac:spMk id="66" creationId="{D05713CD-8685-8CFB-ABC7-476DD519DA2D}"/>
          </ac:spMkLst>
        </pc:spChg>
        <pc:spChg chg="add mod">
          <ac:chgData name="村田　匡輝（豊田高専）" userId="0f6e8962-29cf-4010-9503-85933b69c850" providerId="ADAL" clId="{FB754435-BE19-F941-9DAA-594B1F201DBE}" dt="2025-03-29T09:58:47.037" v="57626" actId="1037"/>
          <ac:spMkLst>
            <pc:docMk/>
            <pc:sldMk cId="1673195028" sldId="298"/>
            <ac:spMk id="67" creationId="{54626B1F-3A0E-B502-4C49-EF7D72C59337}"/>
          </ac:spMkLst>
        </pc:spChg>
        <pc:spChg chg="add mod">
          <ac:chgData name="村田　匡輝（豊田高専）" userId="0f6e8962-29cf-4010-9503-85933b69c850" providerId="ADAL" clId="{FB754435-BE19-F941-9DAA-594B1F201DBE}" dt="2025-03-29T09:58:52.662" v="57654" actId="1038"/>
          <ac:spMkLst>
            <pc:docMk/>
            <pc:sldMk cId="1673195028" sldId="298"/>
            <ac:spMk id="68" creationId="{77F98989-519C-5A41-BC81-2DE9707E6783}"/>
          </ac:spMkLst>
        </pc:spChg>
        <pc:spChg chg="add mod">
          <ac:chgData name="村田　匡輝（豊田高専）" userId="0f6e8962-29cf-4010-9503-85933b69c850" providerId="ADAL" clId="{FB754435-BE19-F941-9DAA-594B1F201DBE}" dt="2025-03-29T09:58:58.093" v="57677" actId="1037"/>
          <ac:spMkLst>
            <pc:docMk/>
            <pc:sldMk cId="1673195028" sldId="298"/>
            <ac:spMk id="69" creationId="{58FD9AA2-7CEB-81E8-C136-43EB8146A35D}"/>
          </ac:spMkLst>
        </pc:spChg>
        <pc:spChg chg="add mod ord modVis">
          <ac:chgData name="村田　匡輝（豊田高専）" userId="0f6e8962-29cf-4010-9503-85933b69c850" providerId="ADAL" clId="{FB754435-BE19-F941-9DAA-594B1F201DBE}" dt="2025-03-29T09:57:14.875" v="57482" actId="1076"/>
          <ac:spMkLst>
            <pc:docMk/>
            <pc:sldMk cId="1673195028" sldId="298"/>
            <ac:spMk id="70" creationId="{BCFE6B6E-7C0E-3222-79AD-004CD5945E94}"/>
          </ac:spMkLst>
        </pc:spChg>
        <pc:spChg chg="add mod ord modVis">
          <ac:chgData name="村田　匡輝（豊田高専）" userId="0f6e8962-29cf-4010-9503-85933b69c850" providerId="ADAL" clId="{FB754435-BE19-F941-9DAA-594B1F201DBE}" dt="2025-03-28T03:58:45.354" v="36997" actId="207"/>
          <ac:spMkLst>
            <pc:docMk/>
            <pc:sldMk cId="1673195028" sldId="298"/>
            <ac:spMk id="71" creationId="{F5265689-A4B2-642A-9A53-46C994805F4F}"/>
          </ac:spMkLst>
        </pc:spChg>
      </pc:sldChg>
      <pc:sldChg chg="addSp delSp modSp add mod modAnim chgLayout modNotesTx">
        <pc:chgData name="村田　匡輝（豊田高専）" userId="0f6e8962-29cf-4010-9503-85933b69c850" providerId="ADAL" clId="{FB754435-BE19-F941-9DAA-594B1F201DBE}" dt="2025-03-29T10:30:26.906" v="58318" actId="113"/>
        <pc:sldMkLst>
          <pc:docMk/>
          <pc:sldMk cId="2306546462" sldId="299"/>
        </pc:sldMkLst>
        <pc:spChg chg="mod ord">
          <ac:chgData name="村田　匡輝（豊田高専）" userId="0f6e8962-29cf-4010-9503-85933b69c850" providerId="ADAL" clId="{FB754435-BE19-F941-9DAA-594B1F201DBE}" dt="2025-03-27T06:52:01.365" v="33843" actId="700"/>
          <ac:spMkLst>
            <pc:docMk/>
            <pc:sldMk cId="2306546462" sldId="299"/>
            <ac:spMk id="3" creationId="{5E55524B-DD40-E176-5422-2C17B1CE5451}"/>
          </ac:spMkLst>
        </pc:spChg>
        <pc:spChg chg="add mod ord">
          <ac:chgData name="村田　匡輝（豊田高専）" userId="0f6e8962-29cf-4010-9503-85933b69c850" providerId="ADAL" clId="{FB754435-BE19-F941-9DAA-594B1F201DBE}" dt="2025-03-28T01:21:35.149" v="34759" actId="20577"/>
          <ac:spMkLst>
            <pc:docMk/>
            <pc:sldMk cId="2306546462" sldId="299"/>
            <ac:spMk id="23" creationId="{B89CF51E-A1AD-4B45-8168-8C6D699B60AA}"/>
          </ac:spMkLst>
        </pc:spChg>
        <pc:spChg chg="mod ord">
          <ac:chgData name="村田　匡輝（豊田高専）" userId="0f6e8962-29cf-4010-9503-85933b69c850" providerId="ADAL" clId="{FB754435-BE19-F941-9DAA-594B1F201DBE}" dt="2025-03-27T06:52:01.365" v="33843" actId="700"/>
          <ac:spMkLst>
            <pc:docMk/>
            <pc:sldMk cId="2306546462" sldId="299"/>
            <ac:spMk id="54" creationId="{84F96EC0-D080-5EC2-0F06-953C220AB29D}"/>
          </ac:spMkLst>
        </pc:spChg>
        <pc:spChg chg="mod ord">
          <ac:chgData name="村田　匡輝（豊田高専）" userId="0f6e8962-29cf-4010-9503-85933b69c850" providerId="ADAL" clId="{FB754435-BE19-F941-9DAA-594B1F201DBE}" dt="2025-03-27T06:52:01.365" v="33843" actId="700"/>
          <ac:spMkLst>
            <pc:docMk/>
            <pc:sldMk cId="2306546462" sldId="299"/>
            <ac:spMk id="126" creationId="{4E826D47-9D04-C719-E303-6020B5C25B76}"/>
          </ac:spMkLst>
        </pc:spChg>
        <pc:spChg chg="mod topLvl">
          <ac:chgData name="村田　匡輝（豊田高専）" userId="0f6e8962-29cf-4010-9503-85933b69c850" providerId="ADAL" clId="{FB754435-BE19-F941-9DAA-594B1F201DBE}" dt="2025-03-27T15:09:24.178" v="34625" actId="165"/>
          <ac:spMkLst>
            <pc:docMk/>
            <pc:sldMk cId="2306546462" sldId="299"/>
            <ac:spMk id="128" creationId="{98379A5F-544D-C099-7B13-325C19209500}"/>
          </ac:spMkLst>
        </pc:spChg>
        <pc:spChg chg="mod topLvl">
          <ac:chgData name="村田　匡輝（豊田高専）" userId="0f6e8962-29cf-4010-9503-85933b69c850" providerId="ADAL" clId="{FB754435-BE19-F941-9DAA-594B1F201DBE}" dt="2025-03-27T15:09:24.178" v="34625" actId="165"/>
          <ac:spMkLst>
            <pc:docMk/>
            <pc:sldMk cId="2306546462" sldId="299"/>
            <ac:spMk id="129" creationId="{DA12B3EE-E1BC-2D76-41F7-B87176D642C8}"/>
          </ac:spMkLst>
        </pc:spChg>
        <pc:spChg chg="mod topLvl">
          <ac:chgData name="村田　匡輝（豊田高専）" userId="0f6e8962-29cf-4010-9503-85933b69c850" providerId="ADAL" clId="{FB754435-BE19-F941-9DAA-594B1F201DBE}" dt="2025-03-27T15:09:24.178" v="34625" actId="165"/>
          <ac:spMkLst>
            <pc:docMk/>
            <pc:sldMk cId="2306546462" sldId="299"/>
            <ac:spMk id="130" creationId="{8062FACC-BDBA-1859-552A-8402FC32211A}"/>
          </ac:spMkLst>
        </pc:spChg>
        <pc:spChg chg="mod topLvl">
          <ac:chgData name="村田　匡輝（豊田高専）" userId="0f6e8962-29cf-4010-9503-85933b69c850" providerId="ADAL" clId="{FB754435-BE19-F941-9DAA-594B1F201DBE}" dt="2025-03-27T15:09:24.178" v="34625" actId="165"/>
          <ac:spMkLst>
            <pc:docMk/>
            <pc:sldMk cId="2306546462" sldId="299"/>
            <ac:spMk id="134" creationId="{6167F79D-2B17-5ACD-BA99-2077194BDE2B}"/>
          </ac:spMkLst>
        </pc:spChg>
        <pc:spChg chg="mod topLvl">
          <ac:chgData name="村田　匡輝（豊田高専）" userId="0f6e8962-29cf-4010-9503-85933b69c850" providerId="ADAL" clId="{FB754435-BE19-F941-9DAA-594B1F201DBE}" dt="2025-03-27T15:09:24.178" v="34625" actId="165"/>
          <ac:spMkLst>
            <pc:docMk/>
            <pc:sldMk cId="2306546462" sldId="299"/>
            <ac:spMk id="135" creationId="{2C00F07A-FB0C-020C-D2C1-9F259DABF6B2}"/>
          </ac:spMkLst>
        </pc:spChg>
        <pc:spChg chg="mod topLvl">
          <ac:chgData name="村田　匡輝（豊田高専）" userId="0f6e8962-29cf-4010-9503-85933b69c850" providerId="ADAL" clId="{FB754435-BE19-F941-9DAA-594B1F201DBE}" dt="2025-03-27T15:09:24.178" v="34625" actId="165"/>
          <ac:spMkLst>
            <pc:docMk/>
            <pc:sldMk cId="2306546462" sldId="299"/>
            <ac:spMk id="136" creationId="{DED9B033-0281-FC70-2046-0997F3DB1582}"/>
          </ac:spMkLst>
        </pc:spChg>
        <pc:spChg chg="mod topLvl">
          <ac:chgData name="村田　匡輝（豊田高専）" userId="0f6e8962-29cf-4010-9503-85933b69c850" providerId="ADAL" clId="{FB754435-BE19-F941-9DAA-594B1F201DBE}" dt="2025-03-27T15:09:24.178" v="34625" actId="165"/>
          <ac:spMkLst>
            <pc:docMk/>
            <pc:sldMk cId="2306546462" sldId="299"/>
            <ac:spMk id="137" creationId="{5C238C0C-B8D8-9485-F77F-D89D2850E878}"/>
          </ac:spMkLst>
        </pc:spChg>
        <pc:spChg chg="mod topLvl">
          <ac:chgData name="村田　匡輝（豊田高専）" userId="0f6e8962-29cf-4010-9503-85933b69c850" providerId="ADAL" clId="{FB754435-BE19-F941-9DAA-594B1F201DBE}" dt="2025-03-27T15:09:24.178" v="34625" actId="165"/>
          <ac:spMkLst>
            <pc:docMk/>
            <pc:sldMk cId="2306546462" sldId="299"/>
            <ac:spMk id="139" creationId="{4AF59C01-1130-F9DF-8AFA-D968096C7373}"/>
          </ac:spMkLst>
        </pc:spChg>
        <pc:spChg chg="mod">
          <ac:chgData name="村田　匡輝（豊田高専）" userId="0f6e8962-29cf-4010-9503-85933b69c850" providerId="ADAL" clId="{FB754435-BE19-F941-9DAA-594B1F201DBE}" dt="2025-03-29T10:30:26.906" v="58318" actId="113"/>
          <ac:spMkLst>
            <pc:docMk/>
            <pc:sldMk cId="2306546462" sldId="299"/>
            <ac:spMk id="142" creationId="{413D444E-490E-CA8D-3B1B-0C64FAE8C61E}"/>
          </ac:spMkLst>
        </pc:spChg>
        <pc:spChg chg="mod topLvl">
          <ac:chgData name="村田　匡輝（豊田高専）" userId="0f6e8962-29cf-4010-9503-85933b69c850" providerId="ADAL" clId="{FB754435-BE19-F941-9DAA-594B1F201DBE}" dt="2025-03-27T15:09:24.178" v="34625" actId="165"/>
          <ac:spMkLst>
            <pc:docMk/>
            <pc:sldMk cId="2306546462" sldId="299"/>
            <ac:spMk id="143" creationId="{5AE37A9F-924F-F85F-BEFE-58EAA4C27FE6}"/>
          </ac:spMkLst>
        </pc:spChg>
        <pc:spChg chg="mod topLvl">
          <ac:chgData name="村田　匡輝（豊田高専）" userId="0f6e8962-29cf-4010-9503-85933b69c850" providerId="ADAL" clId="{FB754435-BE19-F941-9DAA-594B1F201DBE}" dt="2025-03-27T15:09:24.178" v="34625" actId="165"/>
          <ac:spMkLst>
            <pc:docMk/>
            <pc:sldMk cId="2306546462" sldId="299"/>
            <ac:spMk id="144" creationId="{C53D82C5-606B-E058-DFB5-CD125948BCC5}"/>
          </ac:spMkLst>
        </pc:spChg>
        <pc:spChg chg="mod">
          <ac:chgData name="村田　匡輝（豊田高専）" userId="0f6e8962-29cf-4010-9503-85933b69c850" providerId="ADAL" clId="{FB754435-BE19-F941-9DAA-594B1F201DBE}" dt="2025-03-28T01:21:43.904" v="34760" actId="120"/>
          <ac:spMkLst>
            <pc:docMk/>
            <pc:sldMk cId="2306546462" sldId="299"/>
            <ac:spMk id="145" creationId="{0C50AA3F-152E-8D5D-2845-7CB24403C4F4}"/>
          </ac:spMkLst>
        </pc:spChg>
        <pc:picChg chg="add mod">
          <ac:chgData name="村田　匡輝（豊田高専）" userId="0f6e8962-29cf-4010-9503-85933b69c850" providerId="ADAL" clId="{FB754435-BE19-F941-9DAA-594B1F201DBE}" dt="2025-03-27T07:19:16.819" v="33977" actId="14100"/>
          <ac:picMkLst>
            <pc:docMk/>
            <pc:sldMk cId="2306546462" sldId="299"/>
            <ac:picMk id="27" creationId="{4A8C1E8E-E720-D79B-2947-31B96EAB53F3}"/>
          </ac:picMkLst>
        </pc:picChg>
      </pc:sldChg>
      <pc:sldChg chg="addSp modSp add mod modNotesTx">
        <pc:chgData name="村田　匡輝（豊田高専）" userId="0f6e8962-29cf-4010-9503-85933b69c850" providerId="ADAL" clId="{FB754435-BE19-F941-9DAA-594B1F201DBE}" dt="2025-03-29T10:33:11.870" v="58356" actId="20577"/>
        <pc:sldMkLst>
          <pc:docMk/>
          <pc:sldMk cId="1266983758" sldId="300"/>
        </pc:sldMkLst>
        <pc:spChg chg="add mod">
          <ac:chgData name="村田　匡輝（豊田高専）" userId="0f6e8962-29cf-4010-9503-85933b69c850" providerId="ADAL" clId="{FB754435-BE19-F941-9DAA-594B1F201DBE}" dt="2025-03-27T08:19:35.797" v="34537" actId="13822"/>
          <ac:spMkLst>
            <pc:docMk/>
            <pc:sldMk cId="1266983758" sldId="300"/>
            <ac:spMk id="4" creationId="{4D3BAB97-8B84-AB91-0622-77D767040CB0}"/>
          </ac:spMkLst>
        </pc:spChg>
      </pc:sldChg>
      <pc:sldChg chg="addSp modSp add mod modNotesTx">
        <pc:chgData name="村田　匡輝（豊田高専）" userId="0f6e8962-29cf-4010-9503-85933b69c850" providerId="ADAL" clId="{FB754435-BE19-F941-9DAA-594B1F201DBE}" dt="2025-03-29T10:33:58.559" v="58394" actId="20577"/>
        <pc:sldMkLst>
          <pc:docMk/>
          <pc:sldMk cId="35383511" sldId="301"/>
        </pc:sldMkLst>
        <pc:spChg chg="add mod">
          <ac:chgData name="村田　匡輝（豊田高専）" userId="0f6e8962-29cf-4010-9503-85933b69c850" providerId="ADAL" clId="{FB754435-BE19-F941-9DAA-594B1F201DBE}" dt="2025-03-27T08:19:40.387" v="34538" actId="13822"/>
          <ac:spMkLst>
            <pc:docMk/>
            <pc:sldMk cId="35383511" sldId="301"/>
            <ac:spMk id="4" creationId="{DD042A78-20A2-3EC5-D1A4-5CE075B29402}"/>
          </ac:spMkLst>
        </pc:spChg>
      </pc:sldChg>
      <pc:sldChg chg="delSp modSp add del mod ord">
        <pc:chgData name="村田　匡輝（豊田高専）" userId="0f6e8962-29cf-4010-9503-85933b69c850" providerId="ADAL" clId="{FB754435-BE19-F941-9DAA-594B1F201DBE}" dt="2025-03-27T07:42:17.557" v="34234" actId="2696"/>
        <pc:sldMkLst>
          <pc:docMk/>
          <pc:sldMk cId="142912524" sldId="302"/>
        </pc:sldMkLst>
      </pc:sldChg>
      <pc:sldChg chg="addSp delSp modSp new mod modAnim modNotesTx">
        <pc:chgData name="村田　匡輝（豊田高専）" userId="0f6e8962-29cf-4010-9503-85933b69c850" providerId="ADAL" clId="{FB754435-BE19-F941-9DAA-594B1F201DBE}" dt="2025-03-29T10:36:58.491" v="58524" actId="20577"/>
        <pc:sldMkLst>
          <pc:docMk/>
          <pc:sldMk cId="615136115" sldId="302"/>
        </pc:sldMkLst>
        <pc:spChg chg="mod">
          <ac:chgData name="村田　匡輝（豊田高専）" userId="0f6e8962-29cf-4010-9503-85933b69c850" providerId="ADAL" clId="{FB754435-BE19-F941-9DAA-594B1F201DBE}" dt="2025-03-28T06:12:02.341" v="38499"/>
          <ac:spMkLst>
            <pc:docMk/>
            <pc:sldMk cId="615136115" sldId="302"/>
            <ac:spMk id="2" creationId="{C96BF6FC-DFB0-071B-A870-9BFF5C4A2960}"/>
          </ac:spMkLst>
        </pc:spChg>
        <pc:spChg chg="mod">
          <ac:chgData name="村田　匡輝（豊田高専）" userId="0f6e8962-29cf-4010-9503-85933b69c850" providerId="ADAL" clId="{FB754435-BE19-F941-9DAA-594B1F201DBE}" dt="2025-03-28T04:59:43.006" v="37092" actId="20577"/>
          <ac:spMkLst>
            <pc:docMk/>
            <pc:sldMk cId="615136115" sldId="302"/>
            <ac:spMk id="4" creationId="{E3AEF9B6-1E00-0AB0-E1A1-5FFFAE5D259B}"/>
          </ac:spMkLst>
        </pc:spChg>
        <pc:spChg chg="add mod">
          <ac:chgData name="村田　匡輝（豊田高専）" userId="0f6e8962-29cf-4010-9503-85933b69c850" providerId="ADAL" clId="{FB754435-BE19-F941-9DAA-594B1F201DBE}" dt="2025-03-28T05:46:23.472" v="37440" actId="408"/>
          <ac:spMkLst>
            <pc:docMk/>
            <pc:sldMk cId="615136115" sldId="302"/>
            <ac:spMk id="5" creationId="{13602FD7-D62A-340F-A71B-50F35BE43F23}"/>
          </ac:spMkLst>
        </pc:spChg>
        <pc:spChg chg="add mod">
          <ac:chgData name="村田　匡輝（豊田高専）" userId="0f6e8962-29cf-4010-9503-85933b69c850" providerId="ADAL" clId="{FB754435-BE19-F941-9DAA-594B1F201DBE}" dt="2025-03-28T05:46:23.472" v="37440" actId="408"/>
          <ac:spMkLst>
            <pc:docMk/>
            <pc:sldMk cId="615136115" sldId="302"/>
            <ac:spMk id="6" creationId="{8AA0D5AE-B6E3-1DF9-F7E3-5C1B2C2EA562}"/>
          </ac:spMkLst>
        </pc:spChg>
        <pc:spChg chg="add mod">
          <ac:chgData name="村田　匡輝（豊田高専）" userId="0f6e8962-29cf-4010-9503-85933b69c850" providerId="ADAL" clId="{FB754435-BE19-F941-9DAA-594B1F201DBE}" dt="2025-03-28T05:46:23.472" v="37440" actId="408"/>
          <ac:spMkLst>
            <pc:docMk/>
            <pc:sldMk cId="615136115" sldId="302"/>
            <ac:spMk id="7" creationId="{5601FF16-B5F2-4DF8-3984-01A31F28A415}"/>
          </ac:spMkLst>
        </pc:spChg>
        <pc:spChg chg="add mod">
          <ac:chgData name="村田　匡輝（豊田高専）" userId="0f6e8962-29cf-4010-9503-85933b69c850" providerId="ADAL" clId="{FB754435-BE19-F941-9DAA-594B1F201DBE}" dt="2025-03-28T05:46:23.472" v="37440" actId="408"/>
          <ac:spMkLst>
            <pc:docMk/>
            <pc:sldMk cId="615136115" sldId="302"/>
            <ac:spMk id="8" creationId="{BAE63904-8E82-D621-4E23-B4E87022895D}"/>
          </ac:spMkLst>
        </pc:spChg>
        <pc:spChg chg="add mod ord">
          <ac:chgData name="村田　匡輝（豊田高専）" userId="0f6e8962-29cf-4010-9503-85933b69c850" providerId="ADAL" clId="{FB754435-BE19-F941-9DAA-594B1F201DBE}" dt="2025-03-28T05:50:54.484" v="37574" actId="207"/>
          <ac:spMkLst>
            <pc:docMk/>
            <pc:sldMk cId="615136115" sldId="302"/>
            <ac:spMk id="9" creationId="{D4092911-B504-A63F-5D69-402FBA89ED45}"/>
          </ac:spMkLst>
        </pc:spChg>
        <pc:spChg chg="add mod">
          <ac:chgData name="村田　匡輝（豊田高専）" userId="0f6e8962-29cf-4010-9503-85933b69c850" providerId="ADAL" clId="{FB754435-BE19-F941-9DAA-594B1F201DBE}" dt="2025-03-28T06:10:12.913" v="38306" actId="12"/>
          <ac:spMkLst>
            <pc:docMk/>
            <pc:sldMk cId="615136115" sldId="302"/>
            <ac:spMk id="12" creationId="{060C2067-EBAE-704A-114F-C6A729E8D7A7}"/>
          </ac:spMkLst>
        </pc:spChg>
        <pc:spChg chg="add mod">
          <ac:chgData name="村田　匡輝（豊田高専）" userId="0f6e8962-29cf-4010-9503-85933b69c850" providerId="ADAL" clId="{FB754435-BE19-F941-9DAA-594B1F201DBE}" dt="2025-03-29T03:28:36.037" v="55175" actId="20577"/>
          <ac:spMkLst>
            <pc:docMk/>
            <pc:sldMk cId="615136115" sldId="302"/>
            <ac:spMk id="13" creationId="{DC2B5D21-DA96-5F96-A0F3-E749A24AA080}"/>
          </ac:spMkLst>
        </pc:spChg>
        <pc:spChg chg="add mod ord modVis">
          <ac:chgData name="村田　匡輝（豊田高専）" userId="0f6e8962-29cf-4010-9503-85933b69c850" providerId="ADAL" clId="{FB754435-BE19-F941-9DAA-594B1F201DBE}" dt="2025-03-29T10:04:16.213" v="57718" actId="14429"/>
          <ac:spMkLst>
            <pc:docMk/>
            <pc:sldMk cId="615136115" sldId="302"/>
            <ac:spMk id="14" creationId="{597FF044-7B4B-AA89-7E25-71590C323E1C}"/>
          </ac:spMkLst>
        </pc:spChg>
      </pc:sldChg>
      <pc:sldChg chg="add del">
        <pc:chgData name="村田　匡輝（豊田高専）" userId="0f6e8962-29cf-4010-9503-85933b69c850" providerId="ADAL" clId="{FB754435-BE19-F941-9DAA-594B1F201DBE}" dt="2025-03-28T03:26:52.375" v="35899" actId="2696"/>
        <pc:sldMkLst>
          <pc:docMk/>
          <pc:sldMk cId="1692299650" sldId="302"/>
        </pc:sldMkLst>
      </pc:sldChg>
      <pc:sldChg chg="addSp delSp modSp new del mod">
        <pc:chgData name="村田　匡輝（豊田高専）" userId="0f6e8962-29cf-4010-9503-85933b69c850" providerId="ADAL" clId="{FB754435-BE19-F941-9DAA-594B1F201DBE}" dt="2025-03-28T03:04:20.052" v="35693" actId="2696"/>
        <pc:sldMkLst>
          <pc:docMk/>
          <pc:sldMk cId="1690545584" sldId="303"/>
        </pc:sldMkLst>
      </pc:sldChg>
      <pc:sldChg chg="addSp delSp modSp add mod modAnim modNotesTx">
        <pc:chgData name="村田　匡輝（豊田高専）" userId="0f6e8962-29cf-4010-9503-85933b69c850" providerId="ADAL" clId="{FB754435-BE19-F941-9DAA-594B1F201DBE}" dt="2025-03-29T10:46:53.684" v="58571" actId="20577"/>
        <pc:sldMkLst>
          <pc:docMk/>
          <pc:sldMk cId="3085370562" sldId="303"/>
        </pc:sldMkLst>
        <pc:spChg chg="mod">
          <ac:chgData name="村田　匡輝（豊田高専）" userId="0f6e8962-29cf-4010-9503-85933b69c850" providerId="ADAL" clId="{FB754435-BE19-F941-9DAA-594B1F201DBE}" dt="2025-03-28T06:12:04.582" v="38500"/>
          <ac:spMkLst>
            <pc:docMk/>
            <pc:sldMk cId="3085370562" sldId="303"/>
            <ac:spMk id="2" creationId="{05DFE819-90BE-2702-43BC-87C0585F8929}"/>
          </ac:spMkLst>
        </pc:spChg>
        <pc:spChg chg="add mod">
          <ac:chgData name="村田　匡輝（豊田高専）" userId="0f6e8962-29cf-4010-9503-85933b69c850" providerId="ADAL" clId="{FB754435-BE19-F941-9DAA-594B1F201DBE}" dt="2025-03-28T05:57:56.097" v="38158" actId="20577"/>
          <ac:spMkLst>
            <pc:docMk/>
            <pc:sldMk cId="3085370562" sldId="303"/>
            <ac:spMk id="10" creationId="{4CD33351-E14B-EBCB-D197-B2C5DF18EC91}"/>
          </ac:spMkLst>
        </pc:spChg>
        <pc:spChg chg="mod">
          <ac:chgData name="村田　匡輝（豊田高専）" userId="0f6e8962-29cf-4010-9503-85933b69c850" providerId="ADAL" clId="{FB754435-BE19-F941-9DAA-594B1F201DBE}" dt="2025-03-28T05:57:27.316" v="38148" actId="12"/>
          <ac:spMkLst>
            <pc:docMk/>
            <pc:sldMk cId="3085370562" sldId="303"/>
            <ac:spMk id="12" creationId="{72A7A01C-DEED-E848-DD27-73CDE9EB7085}"/>
          </ac:spMkLst>
        </pc:spChg>
        <pc:spChg chg="mod">
          <ac:chgData name="村田　匡輝（豊田高専）" userId="0f6e8962-29cf-4010-9503-85933b69c850" providerId="ADAL" clId="{FB754435-BE19-F941-9DAA-594B1F201DBE}" dt="2025-03-29T10:03:38.744" v="57714" actId="20577"/>
          <ac:spMkLst>
            <pc:docMk/>
            <pc:sldMk cId="3085370562" sldId="303"/>
            <ac:spMk id="13" creationId="{9EC39DEA-DE83-D66F-EBC4-1607D6EE6ABB}"/>
          </ac:spMkLst>
        </pc:spChg>
        <pc:spChg chg="mod">
          <ac:chgData name="村田　匡輝（豊田高専）" userId="0f6e8962-29cf-4010-9503-85933b69c850" providerId="ADAL" clId="{FB754435-BE19-F941-9DAA-594B1F201DBE}" dt="2025-03-28T05:54:49.094" v="37843" actId="14100"/>
          <ac:spMkLst>
            <pc:docMk/>
            <pc:sldMk cId="3085370562" sldId="303"/>
            <ac:spMk id="14" creationId="{925E9F68-7A74-1D31-6423-C53E91F4E923}"/>
          </ac:spMkLst>
        </pc:spChg>
        <pc:spChg chg="add mod">
          <ac:chgData name="村田　匡輝（豊田高専）" userId="0f6e8962-29cf-4010-9503-85933b69c850" providerId="ADAL" clId="{FB754435-BE19-F941-9DAA-594B1F201DBE}" dt="2025-03-29T10:46:53.684" v="58571" actId="20577"/>
          <ac:spMkLst>
            <pc:docMk/>
            <pc:sldMk cId="3085370562" sldId="303"/>
            <ac:spMk id="15" creationId="{4C94C2DE-5FED-93EA-DDA2-17CF41409A07}"/>
          </ac:spMkLst>
        </pc:spChg>
      </pc:sldChg>
      <pc:sldMasterChg chg="modSldLayout">
        <pc:chgData name="村田　匡輝（豊田高専）" userId="0f6e8962-29cf-4010-9503-85933b69c850" providerId="ADAL" clId="{FB754435-BE19-F941-9DAA-594B1F201DBE}" dt="2025-03-23T16:12:30.551" v="20929" actId="171"/>
        <pc:sldMasterMkLst>
          <pc:docMk/>
          <pc:sldMasterMk cId="2706419367" sldId="2147483660"/>
        </pc:sldMasterMkLst>
        <pc:sldLayoutChg chg="addSp delSp modSp mod">
          <pc:chgData name="村田　匡輝（豊田高専）" userId="0f6e8962-29cf-4010-9503-85933b69c850" providerId="ADAL" clId="{FB754435-BE19-F941-9DAA-594B1F201DBE}" dt="2025-03-23T16:12:30.551" v="20929" actId="171"/>
          <pc:sldLayoutMkLst>
            <pc:docMk/>
            <pc:sldMasterMk cId="2706419367" sldId="2147483660"/>
            <pc:sldLayoutMk cId="666577144" sldId="2147483667"/>
          </pc:sldLayoutMkLst>
          <pc:spChg chg="add mod">
            <ac:chgData name="村田　匡輝（豊田高専）" userId="0f6e8962-29cf-4010-9503-85933b69c850" providerId="ADAL" clId="{FB754435-BE19-F941-9DAA-594B1F201DBE}" dt="2025-03-23T16:12:30.551" v="20929" actId="171"/>
            <ac:spMkLst>
              <pc:docMk/>
              <pc:sldMasterMk cId="2706419367" sldId="2147483660"/>
              <pc:sldLayoutMk cId="666577144" sldId="2147483667"/>
              <ac:spMk id="6" creationId="{90C88CC0-1AFA-1685-3B5E-7D08FD144B46}"/>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5DE27A-69D3-5C43-B267-C4C906113DB6}" type="datetimeFigureOut">
              <a:rPr kumimoji="1" lang="ja-JP" altLang="en-US" smtClean="0"/>
              <a:t>2026/5/17</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F7544-A519-7041-9028-9FF5105D7886}" type="slidenum">
              <a:rPr kumimoji="1" lang="ja-JP" altLang="en-US" smtClean="0"/>
              <a:t>‹#›</a:t>
            </a:fld>
            <a:endParaRPr kumimoji="1" lang="ja-JP" altLang="en-US"/>
          </a:p>
        </p:txBody>
      </p:sp>
    </p:spTree>
    <p:extLst>
      <p:ext uri="{BB962C8B-B14F-4D97-AF65-F5344CB8AC3E}">
        <p14:creationId xmlns:p14="http://schemas.microsoft.com/office/powerpoint/2010/main" val="875229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8A3E-948D-B1FE-3190-4B1892A09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5506E-A869-AE8B-C20F-F692763C4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ABBCC-1D6C-79F8-E796-F7870FC51DD6}"/>
              </a:ext>
            </a:extLst>
          </p:cNvPr>
          <p:cNvSpPr>
            <a:spLocks noGrp="1"/>
          </p:cNvSpPr>
          <p:nvPr>
            <p:ph type="body" idx="1"/>
          </p:nvPr>
        </p:nvSpPr>
        <p:spPr/>
        <p:txBody>
          <a:bodyPr/>
          <a:lstStyle/>
          <a:p>
            <a:r>
              <a:rPr kumimoji="1" lang="en-US" altLang="ja-JP"/>
              <a:t>2</a:t>
            </a:r>
            <a:r>
              <a:rPr kumimoji="1" lang="ja-JP" altLang="en-US"/>
              <a:t>つ目は「語りを促すための傾聴的な応答の生成」です．こちらも，萌芽の科研費を獲得してデータ作りから研究をはじめました．</a:t>
            </a:r>
            <a:endParaRPr kumimoji="1" lang="en-US" altLang="ja-JP"/>
          </a:p>
          <a:p>
            <a:r>
              <a:rPr kumimoji="1" lang="ja-JP" altLang="en-US"/>
              <a:t>この研究は，人間の話をしたいという欲求を会話エージェントが聴き役となることによって満たすことを目的としています．</a:t>
            </a:r>
            <a:endParaRPr kumimoji="1" lang="en-US" altLang="ja-JP"/>
          </a:p>
          <a:p>
            <a:r>
              <a:rPr kumimoji="1" lang="ja-JP" altLang="en-US"/>
              <a:t>聴き役となるためには，聞いているという態度を示す傾聴応答の生成が必要になりますので，それを自動生成することを目指しています．</a:t>
            </a:r>
            <a:endParaRPr kumimoji="1" lang="en-US" altLang="ja-JP"/>
          </a:p>
        </p:txBody>
      </p:sp>
      <p:sp>
        <p:nvSpPr>
          <p:cNvPr id="4" name="Slide Number Placeholder 3">
            <a:extLst>
              <a:ext uri="{FF2B5EF4-FFF2-40B4-BE49-F238E27FC236}">
                <a16:creationId xmlns:a16="http://schemas.microsoft.com/office/drawing/2014/main" id="{394C643C-A4E3-85DC-6E4E-02206CC1D065}"/>
              </a:ext>
            </a:extLst>
          </p:cNvPr>
          <p:cNvSpPr>
            <a:spLocks noGrp="1"/>
          </p:cNvSpPr>
          <p:nvPr>
            <p:ph type="sldNum" sz="quarter" idx="5"/>
          </p:nvPr>
        </p:nvSpPr>
        <p:spPr/>
        <p:txBody>
          <a:bodyPr/>
          <a:lstStyle/>
          <a:p>
            <a:fld id="{587F7544-A519-7041-9028-9FF5105D7886}" type="slidenum">
              <a:rPr kumimoji="1" lang="ja-JP" altLang="en-US" smtClean="0"/>
              <a:t>1</a:t>
            </a:fld>
            <a:endParaRPr kumimoji="1" lang="ja-JP" altLang="en-US"/>
          </a:p>
        </p:txBody>
      </p:sp>
    </p:spTree>
    <p:extLst>
      <p:ext uri="{BB962C8B-B14F-4D97-AF65-F5344CB8AC3E}">
        <p14:creationId xmlns:p14="http://schemas.microsoft.com/office/powerpoint/2010/main" val="1396284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43FF-B84A-CC8D-FFA4-F59DF6755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38ED9-4B7A-A832-26F2-1EC184CDB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3B675-4423-C057-0BC9-1CBBAE512FD7}"/>
              </a:ext>
            </a:extLst>
          </p:cNvPr>
          <p:cNvSpPr>
            <a:spLocks noGrp="1"/>
          </p:cNvSpPr>
          <p:nvPr>
            <p:ph type="body" idx="1"/>
          </p:nvPr>
        </p:nvSpPr>
        <p:spPr/>
        <p:txBody>
          <a:bodyPr/>
          <a:lstStyle/>
          <a:p>
            <a:pPr algn="l">
              <a:buNone/>
            </a:pPr>
            <a:r>
              <a:rPr lang="en-US" b="0" i="0" err="1">
                <a:solidFill>
                  <a:srgbClr val="000000"/>
                </a:solidFill>
                <a:effectLst/>
                <a:latin typeface="Roboto" panose="02000000000000000000" pitchFamily="2" charset="0"/>
              </a:rPr>
              <a:t>傾聴応答の自動生成のためにデータ作りを行いました</a:t>
            </a:r>
            <a:r>
              <a:rPr lang="en-US" b="0" i="0">
                <a:solidFill>
                  <a:srgbClr val="000000"/>
                </a:solidFill>
                <a:effectLst/>
                <a:latin typeface="Roboto" panose="02000000000000000000" pitchFamily="2" charset="0"/>
              </a:rPr>
              <a:t>．（</a:t>
            </a:r>
            <a:r>
              <a:rPr lang="en-US" b="0" i="0" err="1">
                <a:solidFill>
                  <a:srgbClr val="000000"/>
                </a:solidFill>
                <a:effectLst/>
                <a:latin typeface="Roboto" panose="02000000000000000000" pitchFamily="2" charset="0"/>
              </a:rPr>
              <a:t>音声を流す</a:t>
            </a:r>
            <a:r>
              <a:rPr lang="en-US" b="0" i="0">
                <a:solidFill>
                  <a:srgbClr val="000000"/>
                </a:solidFill>
                <a:effectLst/>
                <a:latin typeface="Roboto" panose="02000000000000000000" pitchFamily="2" charset="0"/>
              </a:rPr>
              <a:t>）</a:t>
            </a:r>
          </a:p>
          <a:p>
            <a:pPr algn="l">
              <a:buNone/>
            </a:pPr>
            <a:r>
              <a:rPr lang="en-US" b="0" i="0">
                <a:solidFill>
                  <a:srgbClr val="000000"/>
                </a:solidFill>
                <a:effectLst/>
                <a:latin typeface="Roboto" panose="02000000000000000000" pitchFamily="2" charset="0"/>
              </a:rPr>
              <a:t>通常このようなデータを作るときは2名の作業者に対話をさせるのですが，私達の研究では，既に収録済みの音声に対して，作業者が聴き役の応答を音声で付与するという形を取りました．</a:t>
            </a:r>
          </a:p>
          <a:p>
            <a:pPr algn="l">
              <a:buNone/>
            </a:pPr>
            <a:r>
              <a:rPr lang="en-US" b="0" i="0">
                <a:solidFill>
                  <a:srgbClr val="000000"/>
                </a:solidFill>
                <a:effectLst/>
                <a:latin typeface="Roboto" panose="02000000000000000000" pitchFamily="2" charset="0"/>
              </a:rPr>
              <a:t>語り手は聴き手がどんな反応をしようが話したいことを話し続けるためそこにインタラクションは発生しないという仮説のもとこのような収録方法を採用しました．</a:t>
            </a:r>
          </a:p>
          <a:p>
            <a:pPr algn="l">
              <a:buNone/>
            </a:pPr>
            <a:r>
              <a:rPr lang="en-US" b="0" i="0" err="1">
                <a:solidFill>
                  <a:srgbClr val="000000"/>
                </a:solidFill>
                <a:effectLst/>
                <a:latin typeface="Roboto" panose="02000000000000000000" pitchFamily="2" charset="0"/>
              </a:rPr>
              <a:t>これにより，作業者が聴き手の役割に集中できる環境を用意しました</a:t>
            </a:r>
            <a:r>
              <a:rPr lang="en-US" b="0" i="0">
                <a:solidFill>
                  <a:srgbClr val="000000"/>
                </a:solidFill>
                <a:effectLst/>
                <a:latin typeface="Roboto" panose="02000000000000000000" pitchFamily="2" charset="0"/>
              </a:rPr>
              <a:t>．</a:t>
            </a:r>
          </a:p>
          <a:p>
            <a:pPr algn="l">
              <a:buNone/>
            </a:pPr>
            <a:r>
              <a:rPr lang="en-US" b="0" i="0" err="1">
                <a:solidFill>
                  <a:srgbClr val="000000"/>
                </a:solidFill>
                <a:effectLst/>
                <a:latin typeface="Roboto" panose="02000000000000000000" pitchFamily="2" charset="0"/>
              </a:rPr>
              <a:t>さらに，同一の語りに対して複数人の異なる応答を取ることができるため，個人差の分析等にも使用できます</a:t>
            </a:r>
            <a:r>
              <a:rPr lang="en-US" b="0" i="0">
                <a:solidFill>
                  <a:srgbClr val="000000"/>
                </a:solidFill>
                <a:effectLst/>
                <a:latin typeface="Roboto" panose="02000000000000000000" pitchFamily="2" charset="0"/>
              </a:rPr>
              <a:t>．</a:t>
            </a:r>
          </a:p>
          <a:p>
            <a:pPr algn="l">
              <a:buNone/>
            </a:pPr>
            <a:r>
              <a:rPr lang="en-US" b="0" i="0" err="1">
                <a:solidFill>
                  <a:srgbClr val="000000"/>
                </a:solidFill>
                <a:effectLst/>
                <a:latin typeface="Roboto" panose="02000000000000000000" pitchFamily="2" charset="0"/>
              </a:rPr>
              <a:t>この方法で自然で多様な応答を，大量かつ網羅的に収集できたことを評価で確認しました</a:t>
            </a:r>
            <a:r>
              <a:rPr lang="en-US" b="0" i="0">
                <a:solidFill>
                  <a:srgbClr val="000000"/>
                </a:solidFill>
                <a:effectLst/>
                <a:latin typeface="Roboto" panose="02000000000000000000" pitchFamily="2" charset="0"/>
              </a:rPr>
              <a:t>．</a:t>
            </a:r>
          </a:p>
          <a:p>
            <a:pPr algn="l">
              <a:buNone/>
            </a:pPr>
            <a:endParaRPr lang="en-US" b="1" i="0">
              <a:solidFill>
                <a:srgbClr val="000000"/>
              </a:solidFill>
              <a:effectLst/>
              <a:latin typeface="Roboto" panose="02000000000000000000" pitchFamily="2" charset="0"/>
            </a:endParaRPr>
          </a:p>
          <a:p>
            <a:pPr algn="l">
              <a:buNone/>
            </a:pPr>
            <a:r>
              <a:rPr lang="en-US" b="1" i="0">
                <a:solidFill>
                  <a:srgbClr val="000000"/>
                </a:solidFill>
                <a:effectLst/>
                <a:latin typeface="Roboto" panose="02000000000000000000" pitchFamily="2" charset="0"/>
              </a:rPr>
              <a:t>Construction of Responsive Utterance Corpus for Attentive Listening Response Production</a:t>
            </a:r>
          </a:p>
          <a:p>
            <a:pPr algn="l">
              <a:buNone/>
            </a:pPr>
            <a:r>
              <a:rPr lang="en-US" b="0" i="0">
                <a:solidFill>
                  <a:srgbClr val="000000"/>
                </a:solidFill>
                <a:effectLst/>
                <a:latin typeface="Roboto" panose="02000000000000000000" pitchFamily="2" charset="0"/>
              </a:rPr>
              <a:t>Koichiro Ito, Masaki Murata, Tomohiro Ohno, Shigeki Matsubara</a:t>
            </a:r>
          </a:p>
          <a:p>
            <a:pPr algn="l"/>
            <a:r>
              <a:rPr lang="en-US" b="0" i="1">
                <a:solidFill>
                  <a:srgbClr val="000000"/>
                </a:solidFill>
                <a:effectLst/>
                <a:latin typeface="Roboto" panose="02000000000000000000" pitchFamily="2" charset="0"/>
              </a:rPr>
              <a:t>In Proceedings of the 13th Language Resources and Evaluation Conference (LREC 2022)</a:t>
            </a:r>
            <a:r>
              <a:rPr lang="en-US" b="0" i="0">
                <a:solidFill>
                  <a:srgbClr val="000000"/>
                </a:solidFill>
                <a:effectLst/>
                <a:latin typeface="Roboto" panose="02000000000000000000" pitchFamily="2" charset="0"/>
              </a:rPr>
              <a:t> , Marseille, France (hybrid), pp. 7244–7252, Jun 2022</a:t>
            </a:r>
          </a:p>
          <a:p>
            <a:pPr algn="l"/>
            <a:endParaRPr lang="en-US" b="0" i="0">
              <a:solidFill>
                <a:srgbClr val="000000"/>
              </a:solidFill>
              <a:effectLst/>
              <a:latin typeface="Roboto" panose="02000000000000000000" pitchFamily="2" charset="0"/>
            </a:endParaRPr>
          </a:p>
          <a:p>
            <a:pPr algn="l">
              <a:buNone/>
            </a:pPr>
            <a:r>
              <a:rPr lang="ja-JP" altLang="en-US" b="1" i="0">
                <a:solidFill>
                  <a:srgbClr val="000000"/>
                </a:solidFill>
                <a:effectLst/>
                <a:latin typeface="Roboto" panose="02000000000000000000" pitchFamily="2" charset="0"/>
              </a:rPr>
              <a:t>語りの傾聴を話し手に示す応答発話の収集</a:t>
            </a:r>
          </a:p>
          <a:p>
            <a:pPr algn="l">
              <a:buNone/>
            </a:pP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buNone/>
            </a:pPr>
            <a:r>
              <a:rPr lang="ja-JP" altLang="en-US" b="0" i="1">
                <a:solidFill>
                  <a:srgbClr val="000000"/>
                </a:solidFill>
                <a:effectLst/>
                <a:latin typeface="Roboto" panose="02000000000000000000" pitchFamily="2" charset="0"/>
              </a:rPr>
              <a:t>電気学会論文誌</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138-C, No. 5, pp. 637–638, May 2018</a:t>
            </a:r>
          </a:p>
        </p:txBody>
      </p:sp>
      <p:sp>
        <p:nvSpPr>
          <p:cNvPr id="4" name="Slide Number Placeholder 3">
            <a:extLst>
              <a:ext uri="{FF2B5EF4-FFF2-40B4-BE49-F238E27FC236}">
                <a16:creationId xmlns:a16="http://schemas.microsoft.com/office/drawing/2014/main" id="{DE00DA46-37B4-388E-347C-1A59E70B01E3}"/>
              </a:ext>
            </a:extLst>
          </p:cNvPr>
          <p:cNvSpPr>
            <a:spLocks noGrp="1"/>
          </p:cNvSpPr>
          <p:nvPr>
            <p:ph type="sldNum" sz="quarter" idx="5"/>
          </p:nvPr>
        </p:nvSpPr>
        <p:spPr/>
        <p:txBody>
          <a:bodyPr/>
          <a:lstStyle/>
          <a:p>
            <a:fld id="{587F7544-A519-7041-9028-9FF5105D7886}" type="slidenum">
              <a:rPr kumimoji="1" lang="ja-JP" altLang="en-US" smtClean="0"/>
              <a:t>2</a:t>
            </a:fld>
            <a:endParaRPr kumimoji="1" lang="ja-JP" altLang="en-US"/>
          </a:p>
        </p:txBody>
      </p:sp>
    </p:spTree>
    <p:extLst>
      <p:ext uri="{BB962C8B-B14F-4D97-AF65-F5344CB8AC3E}">
        <p14:creationId xmlns:p14="http://schemas.microsoft.com/office/powerpoint/2010/main" val="3642974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ja-JP" altLang="en-US" b="1" i="0">
                <a:solidFill>
                  <a:srgbClr val="000000"/>
                </a:solidFill>
                <a:effectLst/>
                <a:latin typeface="Roboto" panose="02000000000000000000" pitchFamily="2" charset="0"/>
              </a:rPr>
              <a:t>語りの傾聴において不同意を示す応答の生成</a:t>
            </a:r>
          </a:p>
          <a:p>
            <a:pPr algn="l">
              <a:buNone/>
            </a:pPr>
            <a:r>
              <a:rPr lang="ja-JP" altLang="en-US" b="0" i="0">
                <a:solidFill>
                  <a:srgbClr val="000000"/>
                </a:solidFill>
                <a:effectLst/>
                <a:latin typeface="Roboto" panose="02000000000000000000" pitchFamily="2" charset="0"/>
              </a:rPr>
              <a:t>伊藤 滉一朗</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r>
              <a:rPr lang="ja-JP" altLang="en-US" b="0" i="1">
                <a:solidFill>
                  <a:srgbClr val="000000"/>
                </a:solidFill>
                <a:effectLst/>
                <a:latin typeface="Roboto" panose="02000000000000000000" pitchFamily="2" charset="0"/>
              </a:rPr>
              <a:t>自然言語処理</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31, No. 1, pp. 212–249, Mar 2024</a:t>
            </a:r>
            <a:endParaRPr lang="en-US" altLang="ja-JP" b="1" i="0">
              <a:solidFill>
                <a:srgbClr val="000000"/>
              </a:solidFill>
              <a:effectLst/>
              <a:latin typeface="Roboto" panose="02000000000000000000" pitchFamily="2" charset="0"/>
            </a:endParaRPr>
          </a:p>
          <a:p>
            <a:pPr algn="l">
              <a:buNone/>
            </a:pPr>
            <a:endParaRPr lang="en-US" altLang="ja-JP" b="1" i="0">
              <a:solidFill>
                <a:srgbClr val="000000"/>
              </a:solidFill>
              <a:effectLst/>
              <a:latin typeface="Roboto" panose="02000000000000000000" pitchFamily="2" charset="0"/>
            </a:endParaRPr>
          </a:p>
          <a:p>
            <a:pPr algn="l">
              <a:buNone/>
            </a:pPr>
            <a:r>
              <a:rPr lang="ja-JP" altLang="en-US" b="1" i="0">
                <a:solidFill>
                  <a:srgbClr val="000000"/>
                </a:solidFill>
                <a:effectLst/>
                <a:latin typeface="Roboto" panose="02000000000000000000" pitchFamily="2" charset="0"/>
              </a:rPr>
              <a:t>語りに傾聴を示す応答の表出されやすさの推定</a:t>
            </a:r>
          </a:p>
          <a:p>
            <a:pPr algn="l">
              <a:buNone/>
            </a:pPr>
            <a:r>
              <a:rPr lang="ja-JP" altLang="en-US" b="0" i="0">
                <a:solidFill>
                  <a:srgbClr val="000000"/>
                </a:solidFill>
                <a:effectLst/>
                <a:latin typeface="Roboto" panose="02000000000000000000" pitchFamily="2" charset="0"/>
              </a:rPr>
              <a:t>伊藤 滉一朗</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r>
              <a:rPr lang="ja-JP" altLang="en-US" b="0" i="1">
                <a:solidFill>
                  <a:srgbClr val="000000"/>
                </a:solidFill>
                <a:effectLst/>
                <a:latin typeface="Roboto" panose="02000000000000000000" pitchFamily="2" charset="0"/>
              </a:rPr>
              <a:t>電子情報通信学会論文誌</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J106-A, No. 3, pp. 136–145, Mar 2023</a:t>
            </a:r>
          </a:p>
          <a:p>
            <a:endParaRPr kumimoji="1" lang="ja-JP" altLang="en-US"/>
          </a:p>
        </p:txBody>
      </p:sp>
      <p:sp>
        <p:nvSpPr>
          <p:cNvPr id="4" name="Slide Number Placeholder 3"/>
          <p:cNvSpPr>
            <a:spLocks noGrp="1"/>
          </p:cNvSpPr>
          <p:nvPr>
            <p:ph type="sldNum" sz="quarter" idx="5"/>
          </p:nvPr>
        </p:nvSpPr>
        <p:spPr/>
        <p:txBody>
          <a:bodyPr/>
          <a:lstStyle/>
          <a:p>
            <a:fld id="{587F7544-A519-7041-9028-9FF5105D7886}" type="slidenum">
              <a:rPr kumimoji="1" lang="ja-JP" altLang="en-US" smtClean="0"/>
              <a:t>3</a:t>
            </a:fld>
            <a:endParaRPr kumimoji="1" lang="ja-JP" altLang="en-US"/>
          </a:p>
        </p:txBody>
      </p:sp>
    </p:spTree>
    <p:extLst>
      <p:ext uri="{BB962C8B-B14F-4D97-AF65-F5344CB8AC3E}">
        <p14:creationId xmlns:p14="http://schemas.microsoft.com/office/powerpoint/2010/main" val="3982187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err="1">
                <a:solidFill>
                  <a:srgbClr val="000000"/>
                </a:solidFill>
                <a:effectLst/>
                <a:latin typeface="Roboto" panose="02000000000000000000" pitchFamily="2" charset="0"/>
              </a:rPr>
              <a:t>この傾聴応答コーパスを用いて応答生成の研究を進めてきました</a:t>
            </a:r>
            <a:r>
              <a:rPr lang="en-US" b="0" i="0">
                <a:solidFill>
                  <a:srgbClr val="000000"/>
                </a:solidFill>
                <a:effectLst/>
                <a:latin typeface="Roboto" panose="02000000000000000000" pitchFamily="2" charset="0"/>
              </a:rPr>
              <a:t>．</a:t>
            </a:r>
          </a:p>
          <a:p>
            <a:pPr algn="l">
              <a:buNone/>
            </a:pPr>
            <a:r>
              <a:rPr lang="ja-JP" altLang="en-US" b="0" i="0">
                <a:solidFill>
                  <a:srgbClr val="000000"/>
                </a:solidFill>
                <a:effectLst/>
                <a:latin typeface="Roboto" panose="02000000000000000000" pitchFamily="2" charset="0"/>
              </a:rPr>
              <a:t>論文誌に掲載された応答生成の研究を一つ簡単に紹介します．</a:t>
            </a:r>
            <a:endParaRPr lang="en-US" altLang="ja-JP" b="1" i="0">
              <a:solidFill>
                <a:srgbClr val="000000"/>
              </a:solidFill>
              <a:effectLst/>
              <a:latin typeface="Roboto" panose="02000000000000000000" pitchFamily="2" charset="0"/>
            </a:endParaRPr>
          </a:p>
          <a:p>
            <a:pPr algn="l">
              <a:buNone/>
            </a:pPr>
            <a:r>
              <a:rPr lang="ja-JP" altLang="en-US" b="0" i="0">
                <a:solidFill>
                  <a:srgbClr val="000000"/>
                </a:solidFill>
                <a:effectLst/>
                <a:latin typeface="Roboto" panose="02000000000000000000" pitchFamily="2" charset="0"/>
              </a:rPr>
              <a:t>傾聴応答の基本方略は語り手に対して「はいはい」「そうですねー」のように同意・肯定を示すことになります．</a:t>
            </a:r>
            <a:endParaRPr lang="en-US" altLang="ja-JP" b="0" i="0">
              <a:solidFill>
                <a:srgbClr val="000000"/>
              </a:solidFill>
              <a:effectLst/>
              <a:latin typeface="Roboto" panose="02000000000000000000" pitchFamily="2" charset="0"/>
            </a:endParaRPr>
          </a:p>
          <a:p>
            <a:pPr algn="l">
              <a:buNone/>
            </a:pPr>
            <a:r>
              <a:rPr lang="ja-JP" altLang="en-US" b="0" i="0">
                <a:solidFill>
                  <a:srgbClr val="000000"/>
                </a:solidFill>
                <a:effectLst/>
                <a:latin typeface="Roboto" panose="02000000000000000000" pitchFamily="2" charset="0"/>
              </a:rPr>
              <a:t>しかし，同意・肯定してはいけない場面が存在し，例えば「昔から気が利かない」や「ごめんなさい」のように，自虐・謙遜，謝罪のニュアンスが含まれる発話に同意してしまうと，語り手に不快感を与えることになるため，「いえいえ，そんなことないです」のように，同意しない応答，すなわち不同意応答を行うことが有効です．</a:t>
            </a:r>
            <a:endParaRPr lang="en-US" altLang="ja-JP" b="0" i="0">
              <a:solidFill>
                <a:srgbClr val="000000"/>
              </a:solidFill>
              <a:effectLst/>
              <a:latin typeface="Roboto" panose="02000000000000000000" pitchFamily="2" charset="0"/>
            </a:endParaRPr>
          </a:p>
          <a:p>
            <a:pPr algn="l">
              <a:buNone/>
            </a:pPr>
            <a:r>
              <a:rPr lang="ja-JP" altLang="en-US" b="0" i="0">
                <a:solidFill>
                  <a:srgbClr val="000000"/>
                </a:solidFill>
                <a:effectLst/>
                <a:latin typeface="Roboto" panose="02000000000000000000" pitchFamily="2" charset="0"/>
              </a:rPr>
              <a:t>不同意応答は傾聴応答のなかでも高度な応答になります．</a:t>
            </a:r>
            <a:endParaRPr lang="en-US" altLang="ja-JP" b="0" i="0">
              <a:solidFill>
                <a:srgbClr val="000000"/>
              </a:solidFill>
              <a:effectLst/>
              <a:latin typeface="Roboto" panose="02000000000000000000" pitchFamily="2" charset="0"/>
            </a:endParaRPr>
          </a:p>
          <a:p>
            <a:pPr algn="l">
              <a:buNone/>
            </a:pPr>
            <a:r>
              <a:rPr lang="ja-JP" altLang="en-US" b="0" i="0">
                <a:solidFill>
                  <a:srgbClr val="000000"/>
                </a:solidFill>
                <a:effectLst/>
                <a:latin typeface="Roboto" panose="02000000000000000000" pitchFamily="2" charset="0"/>
              </a:rPr>
              <a:t>このような応答を，近年の自然言語処理のデファクトスタンダードなモデルである</a:t>
            </a:r>
            <a:r>
              <a:rPr lang="en-US" altLang="ja-JP" b="0" i="0">
                <a:solidFill>
                  <a:srgbClr val="000000"/>
                </a:solidFill>
                <a:effectLst/>
                <a:latin typeface="Roboto" panose="02000000000000000000" pitchFamily="2" charset="0"/>
              </a:rPr>
              <a:t> Transformer </a:t>
            </a:r>
            <a:r>
              <a:rPr lang="ja-JP" altLang="en-US" b="0" i="0">
                <a:solidFill>
                  <a:srgbClr val="000000"/>
                </a:solidFill>
                <a:effectLst/>
                <a:latin typeface="Roboto" panose="02000000000000000000" pitchFamily="2" charset="0"/>
              </a:rPr>
              <a:t>をベースとしたモデルで生成する手法を開発し，</a:t>
            </a:r>
            <a:endParaRPr lang="en-US" altLang="ja-JP" b="0" i="0">
              <a:solidFill>
                <a:srgbClr val="000000"/>
              </a:solidFill>
              <a:effectLst/>
              <a:latin typeface="Roboto" panose="02000000000000000000" pitchFamily="2" charset="0"/>
            </a:endParaRPr>
          </a:p>
          <a:p>
            <a:pPr algn="l">
              <a:buNone/>
            </a:pPr>
            <a:r>
              <a:rPr lang="ja-JP" altLang="en-US" b="0" i="0">
                <a:solidFill>
                  <a:srgbClr val="000000"/>
                </a:solidFill>
                <a:effectLst/>
                <a:latin typeface="Roboto" panose="02000000000000000000" pitchFamily="2" charset="0"/>
              </a:rPr>
              <a:t>一定の水準で生成可能なことを確認しました．</a:t>
            </a:r>
            <a:endParaRPr lang="en-US" altLang="ja-JP" b="0" i="0">
              <a:solidFill>
                <a:srgbClr val="000000"/>
              </a:solidFill>
              <a:effectLst/>
              <a:latin typeface="Roboto" panose="02000000000000000000" pitchFamily="2" charset="0"/>
            </a:endParaRPr>
          </a:p>
          <a:p>
            <a:pPr algn="l">
              <a:buNone/>
            </a:pPr>
            <a:r>
              <a:rPr lang="ja-JP" altLang="en-US" b="0" i="0">
                <a:solidFill>
                  <a:srgbClr val="000000"/>
                </a:solidFill>
                <a:effectLst/>
                <a:latin typeface="Roboto" panose="02000000000000000000" pitchFamily="2" charset="0"/>
              </a:rPr>
              <a:t>このように，応答生成用の技術開発を進めています．</a:t>
            </a:r>
            <a:endParaRPr lang="en-US" altLang="ja-JP" b="0" i="0">
              <a:solidFill>
                <a:srgbClr val="000000"/>
              </a:solidFill>
              <a:effectLst/>
              <a:latin typeface="Roboto" panose="02000000000000000000" pitchFamily="2" charset="0"/>
            </a:endParaRPr>
          </a:p>
          <a:p>
            <a:pPr algn="l">
              <a:buNone/>
            </a:pPr>
            <a:endParaRPr lang="en-US" altLang="ja-JP" b="0" i="0">
              <a:solidFill>
                <a:srgbClr val="000000"/>
              </a:solidFill>
              <a:effectLst/>
              <a:latin typeface="Roboto" panose="02000000000000000000" pitchFamily="2" charset="0"/>
            </a:endParaRPr>
          </a:p>
          <a:p>
            <a:pPr algn="l">
              <a:buNone/>
            </a:pPr>
            <a:endParaRPr lang="en-US" altLang="ja-JP" b="1" i="0">
              <a:solidFill>
                <a:srgbClr val="000000"/>
              </a:solidFill>
              <a:effectLst/>
              <a:latin typeface="Roboto" panose="02000000000000000000" pitchFamily="2" charset="0"/>
            </a:endParaRPr>
          </a:p>
          <a:p>
            <a:pPr algn="l">
              <a:buNone/>
            </a:pPr>
            <a:r>
              <a:rPr lang="ja-JP" altLang="en-US" b="1" i="0">
                <a:solidFill>
                  <a:srgbClr val="000000"/>
                </a:solidFill>
                <a:effectLst/>
                <a:latin typeface="Roboto" panose="02000000000000000000" pitchFamily="2" charset="0"/>
              </a:rPr>
              <a:t>語りの傾聴において不同意を示す応答の生成</a:t>
            </a:r>
          </a:p>
          <a:p>
            <a:pPr algn="l">
              <a:buNone/>
            </a:pPr>
            <a:r>
              <a:rPr lang="ja-JP" altLang="en-US" b="0" i="0">
                <a:solidFill>
                  <a:srgbClr val="000000"/>
                </a:solidFill>
                <a:effectLst/>
                <a:latin typeface="Roboto" panose="02000000000000000000" pitchFamily="2" charset="0"/>
              </a:rPr>
              <a:t>伊藤 滉一朗</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r>
              <a:rPr lang="ja-JP" altLang="en-US" b="0" i="1">
                <a:solidFill>
                  <a:srgbClr val="000000"/>
                </a:solidFill>
                <a:effectLst/>
                <a:latin typeface="Roboto" panose="02000000000000000000" pitchFamily="2" charset="0"/>
              </a:rPr>
              <a:t>自然言語処理</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31, No. 1, pp. 212–249, Mar 2024</a:t>
            </a:r>
            <a:endParaRPr lang="en-US" altLang="ja-JP" b="1" i="0">
              <a:solidFill>
                <a:srgbClr val="000000"/>
              </a:solidFill>
              <a:effectLst/>
              <a:latin typeface="Roboto" panose="02000000000000000000" pitchFamily="2" charset="0"/>
            </a:endParaRPr>
          </a:p>
          <a:p>
            <a:pPr algn="l">
              <a:buNone/>
            </a:pPr>
            <a:endParaRPr lang="en-US" altLang="ja-JP" b="1" i="0">
              <a:solidFill>
                <a:srgbClr val="000000"/>
              </a:solidFill>
              <a:effectLst/>
              <a:latin typeface="Roboto" panose="02000000000000000000" pitchFamily="2" charset="0"/>
            </a:endParaRPr>
          </a:p>
          <a:p>
            <a:pPr algn="l">
              <a:buNone/>
            </a:pPr>
            <a:r>
              <a:rPr lang="ja-JP" altLang="en-US" b="1" i="0">
                <a:solidFill>
                  <a:srgbClr val="000000"/>
                </a:solidFill>
                <a:effectLst/>
                <a:latin typeface="Roboto" panose="02000000000000000000" pitchFamily="2" charset="0"/>
              </a:rPr>
              <a:t>語りに傾聴を示す応答の表出されやすさの推定</a:t>
            </a:r>
          </a:p>
          <a:p>
            <a:pPr algn="l">
              <a:buNone/>
            </a:pPr>
            <a:r>
              <a:rPr lang="ja-JP" altLang="en-US" b="0" i="0">
                <a:solidFill>
                  <a:srgbClr val="000000"/>
                </a:solidFill>
                <a:effectLst/>
                <a:latin typeface="Roboto" panose="02000000000000000000" pitchFamily="2" charset="0"/>
              </a:rPr>
              <a:t>伊藤 滉一朗</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r>
              <a:rPr lang="ja-JP" altLang="en-US" b="0" i="1">
                <a:solidFill>
                  <a:srgbClr val="000000"/>
                </a:solidFill>
                <a:effectLst/>
                <a:latin typeface="Roboto" panose="02000000000000000000" pitchFamily="2" charset="0"/>
              </a:rPr>
              <a:t>電子情報通信学会論文誌</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J106-A, No. 3, pp. 136–145, Mar 2023</a:t>
            </a:r>
          </a:p>
        </p:txBody>
      </p:sp>
      <p:sp>
        <p:nvSpPr>
          <p:cNvPr id="4" name="Slide Number Placeholder 3"/>
          <p:cNvSpPr>
            <a:spLocks noGrp="1"/>
          </p:cNvSpPr>
          <p:nvPr>
            <p:ph type="sldNum" sz="quarter" idx="5"/>
          </p:nvPr>
        </p:nvSpPr>
        <p:spPr/>
        <p:txBody>
          <a:bodyPr/>
          <a:lstStyle/>
          <a:p>
            <a:fld id="{587F7544-A519-7041-9028-9FF5105D7886}" type="slidenum">
              <a:rPr kumimoji="1" lang="ja-JP" altLang="en-US" smtClean="0"/>
              <a:t>4</a:t>
            </a:fld>
            <a:endParaRPr kumimoji="1" lang="ja-JP" altLang="en-US"/>
          </a:p>
        </p:txBody>
      </p:sp>
    </p:spTree>
    <p:extLst>
      <p:ext uri="{BB962C8B-B14F-4D97-AF65-F5344CB8AC3E}">
        <p14:creationId xmlns:p14="http://schemas.microsoft.com/office/powerpoint/2010/main" val="3822830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88C93-A168-B7F2-B820-4ADE6151E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FF2CB-2399-700F-20A7-4302A4B34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DBE2B-343C-81F2-F8E8-45128022A140}"/>
              </a:ext>
            </a:extLst>
          </p:cNvPr>
          <p:cNvSpPr>
            <a:spLocks noGrp="1"/>
          </p:cNvSpPr>
          <p:nvPr>
            <p:ph type="body" idx="1"/>
          </p:nvPr>
        </p:nvSpPr>
        <p:spPr/>
        <p:txBody>
          <a:bodyPr/>
          <a:lstStyle/>
          <a:p>
            <a:pPr algn="l">
              <a:buNone/>
            </a:pPr>
            <a:r>
              <a:rPr lang="en-US" b="0" i="0" err="1">
                <a:solidFill>
                  <a:srgbClr val="000000"/>
                </a:solidFill>
                <a:effectLst/>
                <a:latin typeface="Roboto" panose="02000000000000000000" pitchFamily="2" charset="0"/>
              </a:rPr>
              <a:t>近年，動画コンテンツの需要が拡大しており，それに伴い，情報保障の目的等から字幕の需要も増加しています</a:t>
            </a:r>
            <a:r>
              <a:rPr lang="en-US" b="0" i="0">
                <a:solidFill>
                  <a:srgbClr val="000000"/>
                </a:solidFill>
                <a:effectLst/>
                <a:latin typeface="Roboto" panose="02000000000000000000" pitchFamily="2" charset="0"/>
              </a:rPr>
              <a:t>．</a:t>
            </a:r>
          </a:p>
          <a:p>
            <a:pPr algn="l">
              <a:buNone/>
            </a:pPr>
            <a:r>
              <a:rPr lang="en-US" b="0" i="0">
                <a:solidFill>
                  <a:srgbClr val="000000"/>
                </a:solidFill>
                <a:effectLst/>
                <a:latin typeface="Roboto" panose="02000000000000000000" pitchFamily="2" charset="0"/>
              </a:rPr>
              <a:t>音声認識技術の進展により，音声を自動でテキスト化することが可能になってきていますが，そのようなテキストは必ずしも読みやすくありません．</a:t>
            </a:r>
          </a:p>
          <a:p>
            <a:pPr algn="l">
              <a:buNone/>
            </a:pPr>
            <a:r>
              <a:rPr lang="en-US" b="0" i="0">
                <a:solidFill>
                  <a:srgbClr val="000000"/>
                </a:solidFill>
                <a:effectLst/>
                <a:latin typeface="Roboto" panose="02000000000000000000" pitchFamily="2" charset="0"/>
              </a:rPr>
              <a:t>読みやすくない理由は複数ありますが，例えば，このようにディスプレイの幅いっぱいに区切りなく表示されていることは原因の一つになります．</a:t>
            </a:r>
          </a:p>
          <a:p>
            <a:pPr algn="l">
              <a:buNone/>
            </a:pPr>
            <a:r>
              <a:rPr lang="en-US" b="0" i="0" err="1">
                <a:solidFill>
                  <a:srgbClr val="000000"/>
                </a:solidFill>
                <a:effectLst/>
                <a:latin typeface="Roboto" panose="02000000000000000000" pitchFamily="2" charset="0"/>
              </a:rPr>
              <a:t>これが音声に合わせてずらずらっと続くようであれば読む気がなくなってしまいます</a:t>
            </a:r>
            <a:r>
              <a:rPr lang="en-US" b="0" i="0">
                <a:solidFill>
                  <a:srgbClr val="000000"/>
                </a:solidFill>
                <a:effectLst/>
                <a:latin typeface="Roboto" panose="02000000000000000000" pitchFamily="2" charset="0"/>
              </a:rPr>
              <a:t>．</a:t>
            </a:r>
          </a:p>
          <a:p>
            <a:pPr algn="l">
              <a:buNone/>
            </a:pPr>
            <a:r>
              <a:rPr lang="en-US" b="0" i="0">
                <a:solidFill>
                  <a:srgbClr val="000000"/>
                </a:solidFill>
                <a:effectLst/>
                <a:latin typeface="Roboto" panose="02000000000000000000" pitchFamily="2" charset="0"/>
              </a:rPr>
              <a:t>これを読みやすくするためには，区切りがないことが原因ですので，区切りの記号，特に改行と読点を適切な位置に挿入することが有効です．</a:t>
            </a:r>
          </a:p>
          <a:p>
            <a:pPr algn="l">
              <a:buNone/>
            </a:pPr>
            <a:r>
              <a:rPr lang="en-US" b="0" i="0" err="1">
                <a:solidFill>
                  <a:srgbClr val="000000"/>
                </a:solidFill>
                <a:effectLst/>
                <a:latin typeface="Roboto" panose="02000000000000000000" pitchFamily="2" charset="0"/>
              </a:rPr>
              <a:t>改行と読点を挿入するうえで，改行のみ，読点のみ，改行と読点の両方の組み合わせがありますので，それらを考慮するために</a:t>
            </a:r>
            <a:r>
              <a:rPr lang="en-US" b="0" i="0">
                <a:solidFill>
                  <a:srgbClr val="000000"/>
                </a:solidFill>
                <a:effectLst/>
                <a:latin typeface="Roboto" panose="02000000000000000000" pitchFamily="2" charset="0"/>
              </a:rPr>
              <a:t>，</a:t>
            </a:r>
          </a:p>
          <a:p>
            <a:pPr algn="l">
              <a:buNone/>
            </a:pPr>
            <a:r>
              <a:rPr lang="en-US" b="0" i="0" err="1">
                <a:solidFill>
                  <a:srgbClr val="000000"/>
                </a:solidFill>
                <a:effectLst/>
                <a:latin typeface="Roboto" panose="02000000000000000000" pitchFamily="2" charset="0"/>
              </a:rPr>
              <a:t>改行挿入と読点挿入用の分類モデルをマルチタスク学習によって学習する手法を提案しました</a:t>
            </a:r>
            <a:r>
              <a:rPr lang="en-US" b="0" i="0">
                <a:solidFill>
                  <a:srgbClr val="000000"/>
                </a:solidFill>
                <a:effectLst/>
                <a:latin typeface="Roboto" panose="02000000000000000000" pitchFamily="2" charset="0"/>
              </a:rPr>
              <a:t>．</a:t>
            </a:r>
          </a:p>
          <a:p>
            <a:pPr algn="l">
              <a:buNone/>
            </a:pPr>
            <a:r>
              <a:rPr lang="en-US" b="0" i="0" err="1">
                <a:solidFill>
                  <a:srgbClr val="000000"/>
                </a:solidFill>
                <a:effectLst/>
                <a:latin typeface="Roboto" panose="02000000000000000000" pitchFamily="2" charset="0"/>
              </a:rPr>
              <a:t>これにより，改行，読点を個別に挿入するモデルよりも精度が向上し，字幕の可読性向上に寄与できることを確認しました</a:t>
            </a:r>
            <a:r>
              <a:rPr lang="en-US" b="0" i="0">
                <a:solidFill>
                  <a:srgbClr val="000000"/>
                </a:solidFill>
                <a:effectLst/>
                <a:latin typeface="Roboto" panose="02000000000000000000" pitchFamily="2" charset="0"/>
              </a:rPr>
              <a:t>．</a:t>
            </a:r>
          </a:p>
          <a:p>
            <a:pPr algn="l">
              <a:buNone/>
            </a:pPr>
            <a:r>
              <a:rPr lang="en-US" b="0" i="0" err="1">
                <a:solidFill>
                  <a:srgbClr val="000000"/>
                </a:solidFill>
                <a:effectLst/>
                <a:latin typeface="Roboto" panose="02000000000000000000" pitchFamily="2" charset="0"/>
              </a:rPr>
              <a:t>こちら</a:t>
            </a:r>
            <a:r>
              <a:rPr lang="en-US" b="0" i="0">
                <a:solidFill>
                  <a:srgbClr val="000000"/>
                </a:solidFill>
                <a:effectLst/>
                <a:latin typeface="Roboto" panose="02000000000000000000" pitchFamily="2" charset="0"/>
              </a:rPr>
              <a:t> PACLIC </a:t>
            </a:r>
            <a:r>
              <a:rPr lang="en-US" b="0" i="0" err="1">
                <a:solidFill>
                  <a:srgbClr val="000000"/>
                </a:solidFill>
                <a:effectLst/>
                <a:latin typeface="Roboto" panose="02000000000000000000" pitchFamily="2" charset="0"/>
              </a:rPr>
              <a:t>という国際会議で発表した研究になります</a:t>
            </a:r>
            <a:r>
              <a:rPr lang="en-US" b="0" i="0">
                <a:solidFill>
                  <a:srgbClr val="000000"/>
                </a:solidFill>
                <a:effectLst/>
                <a:latin typeface="Roboto" panose="02000000000000000000" pitchFamily="2" charset="0"/>
              </a:rPr>
              <a:t>．</a:t>
            </a:r>
          </a:p>
          <a:p>
            <a:pPr algn="l">
              <a:buNone/>
            </a:pPr>
            <a:endParaRPr lang="en-US" b="1" i="0">
              <a:solidFill>
                <a:srgbClr val="000000"/>
              </a:solidFill>
              <a:effectLst/>
              <a:latin typeface="Roboto" panose="02000000000000000000" pitchFamily="2" charset="0"/>
            </a:endParaRPr>
          </a:p>
          <a:p>
            <a:pPr algn="l">
              <a:buNone/>
            </a:pPr>
            <a:r>
              <a:rPr lang="en-US" b="1" i="0">
                <a:solidFill>
                  <a:srgbClr val="000000"/>
                </a:solidFill>
                <a:effectLst/>
                <a:latin typeface="Roboto" panose="02000000000000000000" pitchFamily="2" charset="0"/>
              </a:rPr>
              <a:t>Automatic Insertion of Commas and Linefeeds into Lecture Transcripts Based on Multi-task Learning</a:t>
            </a:r>
          </a:p>
          <a:p>
            <a:pPr algn="l">
              <a:buNone/>
            </a:pPr>
            <a:r>
              <a:rPr lang="en-US" b="0" i="0" err="1">
                <a:solidFill>
                  <a:srgbClr val="000000"/>
                </a:solidFill>
                <a:effectLst/>
                <a:latin typeface="Roboto" panose="02000000000000000000" pitchFamily="2" charset="0"/>
              </a:rPr>
              <a:t>Zhicheng</a:t>
            </a:r>
            <a:r>
              <a:rPr lang="en-US" b="0" i="0">
                <a:solidFill>
                  <a:srgbClr val="000000"/>
                </a:solidFill>
                <a:effectLst/>
                <a:latin typeface="Roboto" panose="02000000000000000000" pitchFamily="2" charset="0"/>
              </a:rPr>
              <a:t> Fang, Masaki Murata, Shigeki Matsubara</a:t>
            </a:r>
          </a:p>
          <a:p>
            <a:pPr algn="l"/>
            <a:r>
              <a:rPr lang="en-US" b="0" i="1">
                <a:solidFill>
                  <a:srgbClr val="000000"/>
                </a:solidFill>
                <a:effectLst/>
                <a:latin typeface="Roboto" panose="02000000000000000000" pitchFamily="2" charset="0"/>
              </a:rPr>
              <a:t>In Proceedings of the 35th Pacific Asia Conference on Language, Information and Computation (PACLIC 2023)</a:t>
            </a:r>
            <a:r>
              <a:rPr lang="en-US" b="0" i="0">
                <a:solidFill>
                  <a:srgbClr val="000000"/>
                </a:solidFill>
                <a:effectLst/>
                <a:latin typeface="Roboto" panose="02000000000000000000" pitchFamily="2" charset="0"/>
              </a:rPr>
              <a:t> , Hung Hom, Hong Kong (hybrid), pp. 872–880, Dec 2023</a:t>
            </a:r>
            <a:endParaRPr lang="en-US" altLang="ja-JP" b="1" i="0">
              <a:solidFill>
                <a:srgbClr val="000000"/>
              </a:solidFill>
              <a:effectLst/>
              <a:latin typeface="Roboto" panose="02000000000000000000" pitchFamily="2" charset="0"/>
            </a:endParaRPr>
          </a:p>
          <a:p>
            <a:pPr algn="l">
              <a:buNone/>
            </a:pPr>
            <a:endParaRPr lang="en-US" altLang="ja-JP" b="1" i="0">
              <a:solidFill>
                <a:srgbClr val="000000"/>
              </a:solidFill>
              <a:effectLst/>
              <a:latin typeface="Roboto" panose="02000000000000000000" pitchFamily="2" charset="0"/>
            </a:endParaRPr>
          </a:p>
          <a:p>
            <a:pPr algn="l">
              <a:buNone/>
            </a:pPr>
            <a:r>
              <a:rPr lang="ja-JP" altLang="en-US" b="1" i="0">
                <a:solidFill>
                  <a:srgbClr val="000000"/>
                </a:solidFill>
                <a:effectLst/>
                <a:latin typeface="Roboto" panose="02000000000000000000" pitchFamily="2" charset="0"/>
              </a:rPr>
              <a:t>読みやすい字幕生成のための講演テキストへの改行挿入</a:t>
            </a:r>
          </a:p>
          <a:p>
            <a:pPr algn="l">
              <a:buNone/>
            </a:pP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r>
              <a:rPr lang="ja-JP" altLang="en-US" b="0" i="1">
                <a:solidFill>
                  <a:srgbClr val="000000"/>
                </a:solidFill>
                <a:effectLst/>
                <a:latin typeface="Roboto" panose="02000000000000000000" pitchFamily="2" charset="0"/>
              </a:rPr>
              <a:t>電子情報通信学会論文誌</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92-D, No. 9, pp. 1621–1631, Sep 2009</a:t>
            </a:r>
          </a:p>
          <a:p>
            <a:endParaRPr kumimoji="1" lang="ja-JP" altLang="en-US"/>
          </a:p>
        </p:txBody>
      </p:sp>
      <p:sp>
        <p:nvSpPr>
          <p:cNvPr id="4" name="Slide Number Placeholder 3">
            <a:extLst>
              <a:ext uri="{FF2B5EF4-FFF2-40B4-BE49-F238E27FC236}">
                <a16:creationId xmlns:a16="http://schemas.microsoft.com/office/drawing/2014/main" id="{97B389AC-C73B-C03D-57C3-17409B3ECC0F}"/>
              </a:ext>
            </a:extLst>
          </p:cNvPr>
          <p:cNvSpPr>
            <a:spLocks noGrp="1"/>
          </p:cNvSpPr>
          <p:nvPr>
            <p:ph type="sldNum" sz="quarter" idx="5"/>
          </p:nvPr>
        </p:nvSpPr>
        <p:spPr/>
        <p:txBody>
          <a:bodyPr/>
          <a:lstStyle/>
          <a:p>
            <a:fld id="{587F7544-A519-7041-9028-9FF5105D7886}" type="slidenum">
              <a:rPr kumimoji="1" lang="ja-JP" altLang="en-US" smtClean="0"/>
              <a:t>7</a:t>
            </a:fld>
            <a:endParaRPr kumimoji="1" lang="ja-JP" altLang="en-US"/>
          </a:p>
        </p:txBody>
      </p:sp>
    </p:spTree>
    <p:extLst>
      <p:ext uri="{BB962C8B-B14F-4D97-AF65-F5344CB8AC3E}">
        <p14:creationId xmlns:p14="http://schemas.microsoft.com/office/powerpoint/2010/main" val="3143759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a:solidFill>
                <a:srgbClr val="000000"/>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fld id="{587F7544-A519-7041-9028-9FF5105D7886}" type="slidenum">
              <a:rPr kumimoji="1" lang="ja-JP" altLang="en-US" smtClean="0"/>
              <a:t>9</a:t>
            </a:fld>
            <a:endParaRPr kumimoji="1" lang="ja-JP" altLang="en-US"/>
          </a:p>
        </p:txBody>
      </p:sp>
    </p:spTree>
    <p:extLst>
      <p:ext uri="{BB962C8B-B14F-4D97-AF65-F5344CB8AC3E}">
        <p14:creationId xmlns:p14="http://schemas.microsoft.com/office/powerpoint/2010/main" val="1944326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a:solidFill>
                  <a:srgbClr val="000000"/>
                </a:solidFill>
                <a:effectLst/>
                <a:latin typeface="Roboto" panose="02000000000000000000" pitchFamily="2" charset="0"/>
              </a:rPr>
              <a:t>Automatic Insertion of Commas and Linefeeds into Lecture Transcripts Based on Multi-task Learning</a:t>
            </a:r>
          </a:p>
          <a:p>
            <a:pPr algn="l">
              <a:buNone/>
            </a:pPr>
            <a:r>
              <a:rPr lang="en-US" b="0" i="0" err="1">
                <a:solidFill>
                  <a:srgbClr val="000000"/>
                </a:solidFill>
                <a:effectLst/>
                <a:latin typeface="Roboto" panose="02000000000000000000" pitchFamily="2" charset="0"/>
              </a:rPr>
              <a:t>Zhicheng</a:t>
            </a:r>
            <a:r>
              <a:rPr lang="en-US" b="0" i="0">
                <a:solidFill>
                  <a:srgbClr val="000000"/>
                </a:solidFill>
                <a:effectLst/>
                <a:latin typeface="Roboto" panose="02000000000000000000" pitchFamily="2" charset="0"/>
              </a:rPr>
              <a:t> Fang, Masaki Murata, Shigeki Matsubara</a:t>
            </a:r>
          </a:p>
          <a:p>
            <a:pPr algn="l"/>
            <a:r>
              <a:rPr lang="en-US" b="0" i="1">
                <a:solidFill>
                  <a:srgbClr val="000000"/>
                </a:solidFill>
                <a:effectLst/>
                <a:latin typeface="Roboto" panose="02000000000000000000" pitchFamily="2" charset="0"/>
              </a:rPr>
              <a:t>In Proceedings of the 35th Pacific Asia Conference on Language, Information and Computation (PACLIC 2023)</a:t>
            </a:r>
            <a:r>
              <a:rPr lang="en-US" b="0" i="0">
                <a:solidFill>
                  <a:srgbClr val="000000"/>
                </a:solidFill>
                <a:effectLst/>
                <a:latin typeface="Roboto" panose="02000000000000000000" pitchFamily="2" charset="0"/>
              </a:rPr>
              <a:t> , Hung Hom, Hong Kong (hybrid), pp. 872–880, Dec 2023</a:t>
            </a:r>
            <a:endParaRPr lang="en-US" altLang="ja-JP" b="1" i="0">
              <a:solidFill>
                <a:srgbClr val="000000"/>
              </a:solidFill>
              <a:effectLst/>
              <a:latin typeface="Roboto" panose="02000000000000000000" pitchFamily="2" charset="0"/>
            </a:endParaRPr>
          </a:p>
          <a:p>
            <a:pPr algn="l">
              <a:buNone/>
            </a:pPr>
            <a:endParaRPr lang="en-US" altLang="ja-JP" b="1" i="0">
              <a:solidFill>
                <a:srgbClr val="000000"/>
              </a:solidFill>
              <a:effectLst/>
              <a:latin typeface="Roboto" panose="02000000000000000000" pitchFamily="2" charset="0"/>
            </a:endParaRPr>
          </a:p>
          <a:p>
            <a:pPr algn="l">
              <a:buNone/>
            </a:pPr>
            <a:r>
              <a:rPr lang="ja-JP" altLang="en-US" b="1" i="0">
                <a:solidFill>
                  <a:srgbClr val="000000"/>
                </a:solidFill>
                <a:effectLst/>
                <a:latin typeface="Roboto" panose="02000000000000000000" pitchFamily="2" charset="0"/>
              </a:rPr>
              <a:t>読みやすい字幕生成のための講演テキストへの改行挿入</a:t>
            </a:r>
          </a:p>
          <a:p>
            <a:pPr algn="l">
              <a:buNone/>
            </a:pPr>
            <a:r>
              <a:rPr lang="ja-JP" altLang="en-US" b="0" i="0">
                <a:solidFill>
                  <a:srgbClr val="000000"/>
                </a:solidFill>
                <a:effectLst/>
                <a:latin typeface="Roboto" panose="02000000000000000000" pitchFamily="2" charset="0"/>
              </a:rPr>
              <a:t>村田 匡輝</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大野 誠寛</a:t>
            </a:r>
            <a:r>
              <a:rPr lang="en-US" altLang="ja-JP" b="0" i="0">
                <a:solidFill>
                  <a:srgbClr val="000000"/>
                </a:solidFill>
                <a:effectLst/>
                <a:latin typeface="Roboto" panose="02000000000000000000" pitchFamily="2" charset="0"/>
              </a:rPr>
              <a:t>, </a:t>
            </a:r>
            <a:r>
              <a:rPr lang="ja-JP" altLang="en-US" b="0" i="0">
                <a:solidFill>
                  <a:srgbClr val="000000"/>
                </a:solidFill>
                <a:effectLst/>
                <a:latin typeface="Roboto" panose="02000000000000000000" pitchFamily="2" charset="0"/>
              </a:rPr>
              <a:t>松原 茂樹</a:t>
            </a:r>
          </a:p>
          <a:p>
            <a:pPr algn="l"/>
            <a:r>
              <a:rPr lang="ja-JP" altLang="en-US" b="0" i="1">
                <a:solidFill>
                  <a:srgbClr val="000000"/>
                </a:solidFill>
                <a:effectLst/>
                <a:latin typeface="Roboto" panose="02000000000000000000" pitchFamily="2" charset="0"/>
              </a:rPr>
              <a:t>電子情報通信学会論文誌</a:t>
            </a:r>
            <a:r>
              <a:rPr lang="en-US" altLang="ja-JP" b="0" i="0">
                <a:solidFill>
                  <a:srgbClr val="000000"/>
                </a:solidFill>
                <a:effectLst/>
                <a:latin typeface="Roboto" panose="02000000000000000000" pitchFamily="2" charset="0"/>
              </a:rPr>
              <a:t>, </a:t>
            </a:r>
            <a:r>
              <a:rPr lang="en-US" b="0" i="0">
                <a:solidFill>
                  <a:srgbClr val="000000"/>
                </a:solidFill>
                <a:effectLst/>
                <a:latin typeface="Roboto" panose="02000000000000000000" pitchFamily="2" charset="0"/>
              </a:rPr>
              <a:t>Vol. 92-D, No. 9, pp. 1621–1631, Sep 2009</a:t>
            </a:r>
          </a:p>
          <a:p>
            <a:endParaRPr kumimoji="1" lang="ja-JP" altLang="en-US"/>
          </a:p>
        </p:txBody>
      </p:sp>
      <p:sp>
        <p:nvSpPr>
          <p:cNvPr id="4" name="Slide Number Placeholder 3"/>
          <p:cNvSpPr>
            <a:spLocks noGrp="1"/>
          </p:cNvSpPr>
          <p:nvPr>
            <p:ph type="sldNum" sz="quarter" idx="5"/>
          </p:nvPr>
        </p:nvSpPr>
        <p:spPr/>
        <p:txBody>
          <a:bodyPr/>
          <a:lstStyle/>
          <a:p>
            <a:fld id="{587F7544-A519-7041-9028-9FF5105D7886}" type="slidenum">
              <a:rPr kumimoji="1" lang="ja-JP" altLang="en-US" smtClean="0"/>
              <a:t>10</a:t>
            </a:fld>
            <a:endParaRPr kumimoji="1" lang="ja-JP" altLang="en-US"/>
          </a:p>
        </p:txBody>
      </p:sp>
    </p:spTree>
    <p:extLst>
      <p:ext uri="{BB962C8B-B14F-4D97-AF65-F5344CB8AC3E}">
        <p14:creationId xmlns:p14="http://schemas.microsoft.com/office/powerpoint/2010/main" val="14101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endParaRPr lang="en-US" b="0" i="0">
              <a:solidFill>
                <a:srgbClr val="000000"/>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fld id="{587F7544-A519-7041-9028-9FF5105D7886}" type="slidenum">
              <a:rPr kumimoji="1" lang="ja-JP" altLang="en-US" smtClean="0"/>
              <a:t>11</a:t>
            </a:fld>
            <a:endParaRPr kumimoji="1" lang="ja-JP" altLang="en-US"/>
          </a:p>
        </p:txBody>
      </p:sp>
    </p:spTree>
    <p:extLst>
      <p:ext uri="{BB962C8B-B14F-4D97-AF65-F5344CB8AC3E}">
        <p14:creationId xmlns:p14="http://schemas.microsoft.com/office/powerpoint/2010/main" val="1845987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2D924A2-0C6E-4AE4-9C59-7B75AB449502}" type="slidenum">
              <a:rPr kumimoji="1" lang="ja-JP" altLang="en-US" smtClean="0"/>
              <a:t>12</a:t>
            </a:fld>
            <a:endParaRPr kumimoji="1" lang="ja-JP" altLang="en-US"/>
          </a:p>
        </p:txBody>
      </p:sp>
    </p:spTree>
    <p:extLst>
      <p:ext uri="{BB962C8B-B14F-4D97-AF65-F5344CB8AC3E}">
        <p14:creationId xmlns:p14="http://schemas.microsoft.com/office/powerpoint/2010/main" val="4029411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円/楕円 6"/>
          <p:cNvSpPr/>
          <p:nvPr/>
        </p:nvSpPr>
        <p:spPr>
          <a:xfrm>
            <a:off x="10346393" y="228603"/>
            <a:ext cx="640800" cy="642257"/>
          </a:xfrm>
          <a:prstGeom prst="ellipse">
            <a:avLst/>
          </a:prstGeom>
          <a:solidFill>
            <a:srgbClr val="FFCC66"/>
          </a:solidFill>
          <a:ln>
            <a:solidFill>
              <a:srgbClr val="FFCC66"/>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sz="1800"/>
          </a:p>
        </p:txBody>
      </p:sp>
      <p:sp>
        <p:nvSpPr>
          <p:cNvPr id="2" name="タイトル 1"/>
          <p:cNvSpPr>
            <a:spLocks noGrp="1"/>
          </p:cNvSpPr>
          <p:nvPr>
            <p:ph type="ctrTitle"/>
          </p:nvPr>
        </p:nvSpPr>
        <p:spPr>
          <a:xfrm>
            <a:off x="1524000" y="1122363"/>
            <a:ext cx="9144000" cy="2387600"/>
          </a:xfrm>
          <a:solidFill>
            <a:srgbClr val="F8F8F8"/>
          </a:solidFill>
        </p:spPr>
        <p:txBody>
          <a:bodyPr anchor="b"/>
          <a:lstStyle>
            <a:lvl1pPr algn="l">
              <a:defRPr sz="4500" b="1" u="none" baseline="0">
                <a:solidFill>
                  <a:srgbClr val="00B0F0"/>
                </a:solidFill>
                <a:uFillTx/>
              </a:defRPr>
            </a:lvl1pPr>
          </a:lstStyle>
          <a:p>
            <a:r>
              <a:rPr kumimoji="1" lang="en-US" altLang="ja-JP"/>
              <a:t>Click to edit Master title style</a:t>
            </a:r>
            <a:endParaRPr kumimoji="1" lang="ja-JP" altLang="en-US"/>
          </a:p>
        </p:txBody>
      </p:sp>
      <p:sp>
        <p:nvSpPr>
          <p:cNvPr id="3" name="サブタイトル 2"/>
          <p:cNvSpPr>
            <a:spLocks noGrp="1"/>
          </p:cNvSpPr>
          <p:nvPr>
            <p:ph type="subTitle" idx="1"/>
          </p:nvPr>
        </p:nvSpPr>
        <p:spPr>
          <a:xfrm>
            <a:off x="1524000" y="3602038"/>
            <a:ext cx="9144000" cy="1655762"/>
          </a:xfrm>
        </p:spPr>
        <p:txBody>
          <a:bodyPr anchor="b"/>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en-US" altLang="ja-JP"/>
              <a:t>Click to edit Master subtitle style</a:t>
            </a:r>
            <a:endParaRPr kumimoji="1" lang="ja-JP" altLang="en-US"/>
          </a:p>
        </p:txBody>
      </p:sp>
      <p:sp>
        <p:nvSpPr>
          <p:cNvPr id="5" name="フッター プレースホルダー 4"/>
          <p:cNvSpPr>
            <a:spLocks noGrp="1"/>
          </p:cNvSpPr>
          <p:nvPr>
            <p:ph type="ftr" sz="quarter" idx="11"/>
          </p:nvPr>
        </p:nvSpPr>
        <p:spPr>
          <a:xfrm>
            <a:off x="-2831" y="6495546"/>
            <a:ext cx="4114800" cy="365125"/>
          </a:xfrm>
        </p:spPr>
        <p:txBody>
          <a:bodyPr/>
          <a:lstStyle>
            <a:lvl1pPr algn="l">
              <a:defRPr/>
            </a:lvl1pPr>
          </a:lstStyle>
          <a:p>
            <a:endParaRPr kumimoji="1" lang="ja-JP" altLang="en-US"/>
          </a:p>
        </p:txBody>
      </p:sp>
      <p:sp>
        <p:nvSpPr>
          <p:cNvPr id="6" name="スライド番号プレースホルダー 5"/>
          <p:cNvSpPr>
            <a:spLocks noGrp="1"/>
          </p:cNvSpPr>
          <p:nvPr>
            <p:ph type="sldNum" sz="quarter" idx="12"/>
          </p:nvPr>
        </p:nvSpPr>
        <p:spPr>
          <a:xfrm>
            <a:off x="9298800" y="371143"/>
            <a:ext cx="2743200" cy="365125"/>
          </a:xfrm>
        </p:spPr>
        <p:txBody>
          <a:bodyPr/>
          <a:lstStyle>
            <a:lvl1pPr algn="ctr">
              <a:defRPr>
                <a:solidFill>
                  <a:srgbClr val="898989"/>
                </a:solidFill>
              </a:defRPr>
            </a:lvl1pPr>
          </a:lstStyle>
          <a:p>
            <a:fld id="{CEE1AEBB-C026-4E27-8FB4-EBF6BECAC5B3}" type="slidenum">
              <a:rPr kumimoji="1" lang="ja-JP" altLang="en-US" smtClean="0"/>
              <a:t>‹#›</a:t>
            </a:fld>
            <a:endParaRPr kumimoji="1" lang="ja-JP" altLang="en-US"/>
          </a:p>
        </p:txBody>
      </p:sp>
      <p:sp>
        <p:nvSpPr>
          <p:cNvPr id="8" name="日付プレースホルダー 3"/>
          <p:cNvSpPr>
            <a:spLocks noGrp="1"/>
          </p:cNvSpPr>
          <p:nvPr>
            <p:ph type="dt" sz="half" idx="2"/>
          </p:nvPr>
        </p:nvSpPr>
        <p:spPr>
          <a:xfrm>
            <a:off x="9448800" y="6492878"/>
            <a:ext cx="2743200" cy="365125"/>
          </a:xfrm>
          <a:prstGeom prst="rect">
            <a:avLst/>
          </a:prstGeom>
        </p:spPr>
        <p:txBody>
          <a:bodyPr vert="horz" lIns="91440" tIns="45720" rIns="91440" bIns="45720" rtlCol="0" anchor="ctr"/>
          <a:lstStyle>
            <a:lvl1pPr algn="r">
              <a:defRPr sz="1000" b="1">
                <a:solidFill>
                  <a:srgbClr val="898989"/>
                </a:solidFill>
              </a:defRPr>
            </a:lvl1pPr>
          </a:lstStyle>
          <a:p>
            <a:fld id="{B6CF143E-D87C-954C-872D-9B0F3D57EC0D}" type="datetime1">
              <a:rPr kumimoji="1" lang="en-US" altLang="ja-JP" smtClean="0"/>
              <a:t>5/17/26</a:t>
            </a:fld>
            <a:endParaRPr kumimoji="1" lang="ja-JP" altLang="en-US"/>
          </a:p>
        </p:txBody>
      </p:sp>
      <p:sp>
        <p:nvSpPr>
          <p:cNvPr id="4" name="テキスト ボックス 3"/>
          <p:cNvSpPr txBox="1"/>
          <p:nvPr/>
        </p:nvSpPr>
        <p:spPr>
          <a:xfrm>
            <a:off x="10859727" y="428699"/>
            <a:ext cx="1202400" cy="309600"/>
          </a:xfrm>
          <a:prstGeom prst="rect">
            <a:avLst/>
          </a:prstGeom>
          <a:noFill/>
        </p:spPr>
        <p:txBody>
          <a:bodyPr wrap="square" rtlCol="0" anchor="ctr">
            <a:spAutoFit/>
          </a:bodyPr>
          <a:lstStyle/>
          <a:p>
            <a:pPr algn="ctr"/>
            <a:r>
              <a:rPr kumimoji="1" lang="en-US" altLang="ja-JP" sz="1400">
                <a:solidFill>
                  <a:srgbClr val="898989"/>
                </a:solidFill>
                <a:latin typeface="Arial Black" panose="020B0A04020102020204" pitchFamily="34" charset="0"/>
              </a:rPr>
              <a:t>PAGES</a:t>
            </a:r>
            <a:endParaRPr kumimoji="1" lang="ja-JP" altLang="en-US" sz="1400">
              <a:solidFill>
                <a:srgbClr val="898989"/>
              </a:solidFill>
              <a:latin typeface="Arial Black" panose="020B0A04020102020204" pitchFamily="34" charset="0"/>
            </a:endParaRPr>
          </a:p>
        </p:txBody>
      </p:sp>
    </p:spTree>
    <p:extLst>
      <p:ext uri="{BB962C8B-B14F-4D97-AF65-F5344CB8AC3E}">
        <p14:creationId xmlns:p14="http://schemas.microsoft.com/office/powerpoint/2010/main" val="1730761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a:t>Click to edit Master title style</a:t>
            </a:r>
            <a:endParaRPr kumimoji="1" lang="ja-JP" altLang="en-US"/>
          </a:p>
        </p:txBody>
      </p:sp>
      <p:sp>
        <p:nvSpPr>
          <p:cNvPr id="5" name="フッター プレースホルダー 4"/>
          <p:cNvSpPr>
            <a:spLocks noGrp="1"/>
          </p:cNvSpPr>
          <p:nvPr>
            <p:ph type="ftr" sz="quarter" idx="11"/>
          </p:nvPr>
        </p:nvSpPr>
        <p:spPr>
          <a:xfrm>
            <a:off x="0" y="6492878"/>
            <a:ext cx="4114800" cy="365125"/>
          </a:xfrm>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EE1AEBB-C026-4E27-8FB4-EBF6BECAC5B3}" type="slidenum">
              <a:rPr kumimoji="1" lang="ja-JP" altLang="en-US" smtClean="0"/>
              <a:t>‹#›</a:t>
            </a:fld>
            <a:endParaRPr kumimoji="1" lang="ja-JP" altLang="en-US"/>
          </a:p>
        </p:txBody>
      </p:sp>
      <p:sp>
        <p:nvSpPr>
          <p:cNvPr id="7" name="テキスト プレースホルダー 2"/>
          <p:cNvSpPr>
            <a:spLocks noGrp="1"/>
          </p:cNvSpPr>
          <p:nvPr>
            <p:ph idx="1"/>
          </p:nvPr>
        </p:nvSpPr>
        <p:spPr>
          <a:xfrm>
            <a:off x="516369" y="1479817"/>
            <a:ext cx="11159267" cy="4536000"/>
          </a:xfrm>
          <a:prstGeom prst="rect">
            <a:avLst/>
          </a:prstGeom>
        </p:spPr>
        <p:txBody>
          <a:bodyPr vert="horz" lIns="91440" tIns="45720" rIns="91440" bIns="45720" rtlCol="0">
            <a:normAutofit/>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8" name="日付プレースホルダー 3"/>
          <p:cNvSpPr>
            <a:spLocks noGrp="1"/>
          </p:cNvSpPr>
          <p:nvPr>
            <p:ph type="dt" sz="half" idx="2"/>
          </p:nvPr>
        </p:nvSpPr>
        <p:spPr>
          <a:xfrm>
            <a:off x="9448800" y="6492878"/>
            <a:ext cx="2743200" cy="365125"/>
          </a:xfrm>
          <a:prstGeom prst="rect">
            <a:avLst/>
          </a:prstGeom>
        </p:spPr>
        <p:txBody>
          <a:bodyPr vert="horz" lIns="91440" tIns="45720" rIns="91440" bIns="45720" rtlCol="0" anchor="ctr"/>
          <a:lstStyle>
            <a:lvl1pPr algn="r">
              <a:defRPr sz="1000" b="1">
                <a:solidFill>
                  <a:srgbClr val="898989"/>
                </a:solidFill>
              </a:defRPr>
            </a:lvl1pPr>
          </a:lstStyle>
          <a:p>
            <a:fld id="{8A4F506D-5160-7E45-85B8-CC38CBAE5978}" type="datetime1">
              <a:rPr kumimoji="1" lang="en-US" altLang="ja-JP" smtClean="0"/>
              <a:t>5/17/26</a:t>
            </a:fld>
            <a:endParaRPr kumimoji="1" lang="ja-JP" altLang="en-US"/>
          </a:p>
        </p:txBody>
      </p:sp>
    </p:spTree>
    <p:extLst>
      <p:ext uri="{BB962C8B-B14F-4D97-AF65-F5344CB8AC3E}">
        <p14:creationId xmlns:p14="http://schemas.microsoft.com/office/powerpoint/2010/main" val="2611685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solidFill>
          <a:srgbClr val="F8F8F8"/>
        </a:solidFill>
        <a:effectLst/>
      </p:bgPr>
    </p:bg>
    <p:spTree>
      <p:nvGrpSpPr>
        <p:cNvPr id="1" name=""/>
        <p:cNvGrpSpPr/>
        <p:nvPr/>
      </p:nvGrpSpPr>
      <p:grpSpPr>
        <a:xfrm>
          <a:off x="0" y="0"/>
          <a:ext cx="0" cy="0"/>
          <a:chOff x="0" y="0"/>
          <a:chExt cx="0" cy="0"/>
        </a:xfrm>
      </p:grpSpPr>
      <p:sp>
        <p:nvSpPr>
          <p:cNvPr id="7" name="円/楕円 6"/>
          <p:cNvSpPr/>
          <p:nvPr/>
        </p:nvSpPr>
        <p:spPr>
          <a:xfrm>
            <a:off x="11426400" y="228603"/>
            <a:ext cx="640800" cy="642257"/>
          </a:xfrm>
          <a:prstGeom prst="ellipse">
            <a:avLst/>
          </a:prstGeom>
          <a:solidFill>
            <a:srgbClr val="FFCC66"/>
          </a:solidFill>
          <a:ln>
            <a:solidFill>
              <a:srgbClr val="FFCC66"/>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sz="1800"/>
          </a:p>
        </p:txBody>
      </p:sp>
      <p:sp>
        <p:nvSpPr>
          <p:cNvPr id="2" name="タイトル 1"/>
          <p:cNvSpPr>
            <a:spLocks noGrp="1"/>
          </p:cNvSpPr>
          <p:nvPr>
            <p:ph type="title"/>
          </p:nvPr>
        </p:nvSpPr>
        <p:spPr>
          <a:xfrm>
            <a:off x="831851" y="1709744"/>
            <a:ext cx="10515600" cy="2852737"/>
          </a:xfrm>
          <a:solidFill>
            <a:srgbClr val="F8F8F8"/>
          </a:solidFill>
        </p:spPr>
        <p:txBody>
          <a:bodyPr anchor="b"/>
          <a:lstStyle>
            <a:lvl1pPr>
              <a:defRPr sz="4500" b="1">
                <a:solidFill>
                  <a:srgbClr val="00B0F0"/>
                </a:solidFill>
              </a:defRPr>
            </a:lvl1pPr>
          </a:lstStyle>
          <a:p>
            <a:r>
              <a:rPr kumimoji="1" lang="en-US" altLang="ja-JP"/>
              <a:t>Click to edit Master title style</a:t>
            </a:r>
            <a:endParaRPr kumimoji="1" lang="ja-JP" altLang="en-US"/>
          </a:p>
        </p:txBody>
      </p:sp>
      <p:sp>
        <p:nvSpPr>
          <p:cNvPr id="3" name="テキスト プレースホルダー 2"/>
          <p:cNvSpPr>
            <a:spLocks noGrp="1"/>
          </p:cNvSpPr>
          <p:nvPr>
            <p:ph type="body" idx="1"/>
          </p:nvPr>
        </p:nvSpPr>
        <p:spPr>
          <a:xfrm>
            <a:off x="831851" y="4589469"/>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en-US" altLang="ja-JP"/>
              <a:t>Click to edit Master text styles</a:t>
            </a:r>
          </a:p>
        </p:txBody>
      </p:sp>
      <p:sp>
        <p:nvSpPr>
          <p:cNvPr id="4" name="日付プレースホルダー 3"/>
          <p:cNvSpPr>
            <a:spLocks noGrp="1"/>
          </p:cNvSpPr>
          <p:nvPr>
            <p:ph type="dt" sz="half" idx="10"/>
          </p:nvPr>
        </p:nvSpPr>
        <p:spPr/>
        <p:txBody>
          <a:bodyPr/>
          <a:lstStyle/>
          <a:p>
            <a:fld id="{0A1FBE2C-B2F2-C44F-8590-CFA5FC8B8E05}" type="datetime1">
              <a:rPr kumimoji="1" lang="en-US" altLang="ja-JP" smtClean="0"/>
              <a:t>5/17/26</a:t>
            </a:fld>
            <a:endParaRPr kumimoji="1" lang="ja-JP" altLang="en-US"/>
          </a:p>
        </p:txBody>
      </p:sp>
      <p:sp>
        <p:nvSpPr>
          <p:cNvPr id="5" name="フッター プレースホルダー 4"/>
          <p:cNvSpPr>
            <a:spLocks noGrp="1"/>
          </p:cNvSpPr>
          <p:nvPr>
            <p:ph type="ftr" sz="quarter" idx="11"/>
          </p:nvPr>
        </p:nvSpPr>
        <p:spPr/>
        <p:txBody>
          <a:bodyPr/>
          <a:lstStyle>
            <a:lvl1pPr algn="l">
              <a:defRPr/>
            </a:lvl1pPr>
          </a:lstStyle>
          <a:p>
            <a:endParaRPr kumimoji="1" lang="ja-JP" altLang="en-US"/>
          </a:p>
        </p:txBody>
      </p:sp>
      <p:sp>
        <p:nvSpPr>
          <p:cNvPr id="6" name="スライド番号プレースホルダー 5"/>
          <p:cNvSpPr>
            <a:spLocks noGrp="1"/>
          </p:cNvSpPr>
          <p:nvPr>
            <p:ph type="sldNum" sz="quarter" idx="12"/>
          </p:nvPr>
        </p:nvSpPr>
        <p:spPr/>
        <p:txBody>
          <a:bodyPr/>
          <a:lstStyle>
            <a:lvl1pPr>
              <a:defRPr>
                <a:solidFill>
                  <a:srgbClr val="898989"/>
                </a:solidFill>
              </a:defRPr>
            </a:lvl1pPr>
          </a:lstStyle>
          <a:p>
            <a:fld id="{CEE1AEBB-C026-4E27-8FB4-EBF6BECAC5B3}" type="slidenum">
              <a:rPr kumimoji="1" lang="ja-JP" altLang="en-US" smtClean="0"/>
              <a:t>‹#›</a:t>
            </a:fld>
            <a:endParaRPr kumimoji="1" lang="ja-JP" altLang="en-US"/>
          </a:p>
        </p:txBody>
      </p:sp>
    </p:spTree>
    <p:extLst>
      <p:ext uri="{BB962C8B-B14F-4D97-AF65-F5344CB8AC3E}">
        <p14:creationId xmlns:p14="http://schemas.microsoft.com/office/powerpoint/2010/main" val="556244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a:t>Click to edit Master title style</a:t>
            </a:r>
            <a:endParaRPr kumimoji="1" lang="ja-JP" altLang="en-US"/>
          </a:p>
        </p:txBody>
      </p:sp>
      <p:sp>
        <p:nvSpPr>
          <p:cNvPr id="3" name="コンテンツ プレースホルダー 2"/>
          <p:cNvSpPr>
            <a:spLocks noGrp="1"/>
          </p:cNvSpPr>
          <p:nvPr>
            <p:ph sz="half" idx="1"/>
          </p:nvPr>
        </p:nvSpPr>
        <p:spPr>
          <a:xfrm>
            <a:off x="518400" y="1479600"/>
            <a:ext cx="5348104" cy="4536000"/>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コンテンツ プレースホルダー 3"/>
          <p:cNvSpPr>
            <a:spLocks noGrp="1"/>
          </p:cNvSpPr>
          <p:nvPr>
            <p:ph sz="half" idx="2"/>
          </p:nvPr>
        </p:nvSpPr>
        <p:spPr>
          <a:xfrm>
            <a:off x="6311157" y="1479600"/>
            <a:ext cx="5372559" cy="4536000"/>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日付プレースホルダー 4"/>
          <p:cNvSpPr>
            <a:spLocks noGrp="1"/>
          </p:cNvSpPr>
          <p:nvPr>
            <p:ph type="dt" sz="half" idx="10"/>
          </p:nvPr>
        </p:nvSpPr>
        <p:spPr/>
        <p:txBody>
          <a:bodyPr/>
          <a:lstStyle/>
          <a:p>
            <a:fld id="{F8A93101-F9E1-4846-ACB5-4261DFC075A5}" type="datetime1">
              <a:rPr kumimoji="1" lang="en-US" altLang="ja-JP" smtClean="0"/>
              <a:t>5/17/26</a:t>
            </a:fld>
            <a:endParaRPr kumimoji="1" lang="ja-JP" altLang="en-US"/>
          </a:p>
        </p:txBody>
      </p:sp>
      <p:sp>
        <p:nvSpPr>
          <p:cNvPr id="6" name="フッター プレースホルダー 5"/>
          <p:cNvSpPr>
            <a:spLocks noGrp="1"/>
          </p:cNvSpPr>
          <p:nvPr>
            <p:ph type="ftr" sz="quarter" idx="11"/>
          </p:nvPr>
        </p:nvSpPr>
        <p:spPr/>
        <p:txBody>
          <a:bodyPr/>
          <a:lstStyle>
            <a:lvl1pPr algn="l">
              <a:defRPr/>
            </a:lvl1pPr>
          </a:lstStyle>
          <a:p>
            <a:endParaRPr kumimoji="1" lang="ja-JP" altLang="en-US"/>
          </a:p>
        </p:txBody>
      </p:sp>
      <p:sp>
        <p:nvSpPr>
          <p:cNvPr id="7" name="スライド番号プレースホルダー 6"/>
          <p:cNvSpPr>
            <a:spLocks noGrp="1"/>
          </p:cNvSpPr>
          <p:nvPr>
            <p:ph type="sldNum" sz="quarter" idx="12"/>
          </p:nvPr>
        </p:nvSpPr>
        <p:spPr/>
        <p:txBody>
          <a:bodyPr/>
          <a:lstStyle/>
          <a:p>
            <a:fld id="{CEE1AEBB-C026-4E27-8FB4-EBF6BECAC5B3}" type="slidenum">
              <a:rPr kumimoji="1" lang="ja-JP" altLang="en-US" smtClean="0"/>
              <a:t>‹#›</a:t>
            </a:fld>
            <a:endParaRPr kumimoji="1" lang="ja-JP" altLang="en-US"/>
          </a:p>
        </p:txBody>
      </p:sp>
    </p:spTree>
    <p:extLst>
      <p:ext uri="{BB962C8B-B14F-4D97-AF65-F5344CB8AC3E}">
        <p14:creationId xmlns:p14="http://schemas.microsoft.com/office/powerpoint/2010/main" val="2519131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518400" y="1479600"/>
            <a:ext cx="5419821" cy="437232"/>
          </a:xfrm>
        </p:spPr>
        <p:txBody>
          <a:bodyPr anchor="b">
            <a:noAutofit/>
          </a:bodyPr>
          <a:lstStyle>
            <a:lvl1pPr marL="0" indent="0">
              <a:buNone/>
              <a:defRPr sz="2800" b="1">
                <a:solidFill>
                  <a:schemeClr val="tx1">
                    <a:lumMod val="65000"/>
                    <a:lumOff val="3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en-US" altLang="ja-JP"/>
              <a:t>Click to edit Master text styles</a:t>
            </a:r>
          </a:p>
        </p:txBody>
      </p:sp>
      <p:sp>
        <p:nvSpPr>
          <p:cNvPr id="4" name="コンテンツ プレースホルダー 3"/>
          <p:cNvSpPr>
            <a:spLocks noGrp="1"/>
          </p:cNvSpPr>
          <p:nvPr>
            <p:ph sz="half" idx="2"/>
          </p:nvPr>
        </p:nvSpPr>
        <p:spPr>
          <a:xfrm>
            <a:off x="518400" y="2060850"/>
            <a:ext cx="5419821" cy="3943427"/>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テキスト プレースホルダー 4"/>
          <p:cNvSpPr>
            <a:spLocks noGrp="1"/>
          </p:cNvSpPr>
          <p:nvPr>
            <p:ph type="body" sz="quarter" idx="3"/>
          </p:nvPr>
        </p:nvSpPr>
        <p:spPr>
          <a:xfrm>
            <a:off x="6239438" y="1479600"/>
            <a:ext cx="5431521" cy="437232"/>
          </a:xfrm>
        </p:spPr>
        <p:txBody>
          <a:bodyPr anchor="b">
            <a:noAutofit/>
          </a:bodyPr>
          <a:lstStyle>
            <a:lvl1pPr marL="0" indent="0">
              <a:buNone/>
              <a:defRPr sz="2800" b="1">
                <a:solidFill>
                  <a:schemeClr val="tx1">
                    <a:lumMod val="65000"/>
                    <a:lumOff val="3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en-US" altLang="ja-JP"/>
              <a:t>Click to edit Master text styles</a:t>
            </a:r>
          </a:p>
        </p:txBody>
      </p:sp>
      <p:sp>
        <p:nvSpPr>
          <p:cNvPr id="6" name="コンテンツ プレースホルダー 5"/>
          <p:cNvSpPr>
            <a:spLocks noGrp="1"/>
          </p:cNvSpPr>
          <p:nvPr>
            <p:ph sz="quarter" idx="4"/>
          </p:nvPr>
        </p:nvSpPr>
        <p:spPr>
          <a:xfrm>
            <a:off x="6239438" y="2060850"/>
            <a:ext cx="5431521" cy="3943427"/>
          </a:xfrm>
        </p:spPr>
        <p:txBody>
          <a:bodyPr/>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7" name="日付プレースホルダー 6"/>
          <p:cNvSpPr>
            <a:spLocks noGrp="1"/>
          </p:cNvSpPr>
          <p:nvPr>
            <p:ph type="dt" sz="half" idx="10"/>
          </p:nvPr>
        </p:nvSpPr>
        <p:spPr/>
        <p:txBody>
          <a:bodyPr/>
          <a:lstStyle/>
          <a:p>
            <a:fld id="{FAA269F8-13AA-AA44-B3E6-57D0B176C41B}" type="datetime1">
              <a:rPr kumimoji="1" lang="en-US" altLang="ja-JP" smtClean="0"/>
              <a:t>5/17/26</a:t>
            </a:fld>
            <a:endParaRPr kumimoji="1" lang="ja-JP" altLang="en-US"/>
          </a:p>
        </p:txBody>
      </p:sp>
      <p:sp>
        <p:nvSpPr>
          <p:cNvPr id="8" name="フッター プレースホルダー 7"/>
          <p:cNvSpPr>
            <a:spLocks noGrp="1"/>
          </p:cNvSpPr>
          <p:nvPr>
            <p:ph type="ftr" sz="quarter" idx="11"/>
          </p:nvPr>
        </p:nvSpPr>
        <p:spPr/>
        <p:txBody>
          <a:bodyPr/>
          <a:lstStyle>
            <a:lvl1pPr algn="l">
              <a:defRPr/>
            </a:lvl1pPr>
          </a:lstStyle>
          <a:p>
            <a:endParaRPr kumimoji="1" lang="ja-JP" altLang="en-US"/>
          </a:p>
        </p:txBody>
      </p:sp>
      <p:sp>
        <p:nvSpPr>
          <p:cNvPr id="10" name="タイトル 1"/>
          <p:cNvSpPr>
            <a:spLocks noGrp="1"/>
          </p:cNvSpPr>
          <p:nvPr>
            <p:ph type="title"/>
          </p:nvPr>
        </p:nvSpPr>
        <p:spPr>
          <a:xfrm>
            <a:off x="0" y="10120"/>
            <a:ext cx="12192000" cy="1065646"/>
          </a:xfrm>
        </p:spPr>
        <p:txBody>
          <a:bodyPr/>
          <a:lstStyle/>
          <a:p>
            <a:r>
              <a:rPr kumimoji="1" lang="en-US" altLang="ja-JP"/>
              <a:t>Click to edit Master title style</a:t>
            </a:r>
            <a:endParaRPr kumimoji="1" lang="ja-JP" altLang="en-US"/>
          </a:p>
        </p:txBody>
      </p:sp>
      <p:sp>
        <p:nvSpPr>
          <p:cNvPr id="9" name="スライド番号プレースホルダー 8"/>
          <p:cNvSpPr>
            <a:spLocks noGrp="1"/>
          </p:cNvSpPr>
          <p:nvPr>
            <p:ph type="sldNum" sz="quarter" idx="12"/>
          </p:nvPr>
        </p:nvSpPr>
        <p:spPr/>
        <p:txBody>
          <a:bodyPr/>
          <a:lstStyle/>
          <a:p>
            <a:fld id="{CEE1AEBB-C026-4E27-8FB4-EBF6BECAC5B3}" type="slidenum">
              <a:rPr kumimoji="1" lang="ja-JP" altLang="en-US" smtClean="0"/>
              <a:t>‹#›</a:t>
            </a:fld>
            <a:endParaRPr kumimoji="1" lang="ja-JP" altLang="en-US"/>
          </a:p>
        </p:txBody>
      </p:sp>
    </p:spTree>
    <p:extLst>
      <p:ext uri="{BB962C8B-B14F-4D97-AF65-F5344CB8AC3E}">
        <p14:creationId xmlns:p14="http://schemas.microsoft.com/office/powerpoint/2010/main" val="953752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a:t>Click to edit Master title style</a:t>
            </a:r>
            <a:endParaRPr kumimoji="1" lang="ja-JP" altLang="en-US"/>
          </a:p>
        </p:txBody>
      </p:sp>
      <p:sp>
        <p:nvSpPr>
          <p:cNvPr id="3" name="日付プレースホルダー 2"/>
          <p:cNvSpPr>
            <a:spLocks noGrp="1"/>
          </p:cNvSpPr>
          <p:nvPr>
            <p:ph type="dt" sz="half" idx="10"/>
          </p:nvPr>
        </p:nvSpPr>
        <p:spPr/>
        <p:txBody>
          <a:bodyPr/>
          <a:lstStyle/>
          <a:p>
            <a:fld id="{5AAD0D7A-A441-E042-8C71-0342B1362F63}" type="datetime1">
              <a:rPr kumimoji="1" lang="en-US" altLang="ja-JP" smtClean="0"/>
              <a:t>5/17/26</a:t>
            </a:fld>
            <a:endParaRPr kumimoji="1" lang="ja-JP" altLang="en-US"/>
          </a:p>
        </p:txBody>
      </p:sp>
      <p:sp>
        <p:nvSpPr>
          <p:cNvPr id="4" name="フッター プレースホルダー 3"/>
          <p:cNvSpPr>
            <a:spLocks noGrp="1"/>
          </p:cNvSpPr>
          <p:nvPr>
            <p:ph type="ftr" sz="quarter" idx="11"/>
          </p:nvPr>
        </p:nvSpPr>
        <p:spPr/>
        <p:txBody>
          <a:bodyPr/>
          <a:lstStyle>
            <a:lvl1pPr algn="l">
              <a:defRPr/>
            </a:lvl1pPr>
          </a:lstStyle>
          <a:p>
            <a:endParaRPr kumimoji="1" lang="ja-JP" altLang="en-US"/>
          </a:p>
        </p:txBody>
      </p:sp>
      <p:sp>
        <p:nvSpPr>
          <p:cNvPr id="5" name="スライド番号プレースホルダー 4"/>
          <p:cNvSpPr>
            <a:spLocks noGrp="1"/>
          </p:cNvSpPr>
          <p:nvPr>
            <p:ph type="sldNum" sz="quarter" idx="12"/>
          </p:nvPr>
        </p:nvSpPr>
        <p:spPr/>
        <p:txBody>
          <a:bodyPr/>
          <a:lstStyle/>
          <a:p>
            <a:fld id="{CEE1AEBB-C026-4E27-8FB4-EBF6BECAC5B3}" type="slidenum">
              <a:rPr kumimoji="1" lang="ja-JP" altLang="en-US" smtClean="0"/>
              <a:t>‹#›</a:t>
            </a:fld>
            <a:endParaRPr kumimoji="1" lang="ja-JP" altLang="en-US"/>
          </a:p>
        </p:txBody>
      </p:sp>
    </p:spTree>
    <p:extLst>
      <p:ext uri="{BB962C8B-B14F-4D97-AF65-F5344CB8AC3E}">
        <p14:creationId xmlns:p14="http://schemas.microsoft.com/office/powerpoint/2010/main" val="2902013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8C0140F7-7700-3F40-A604-15DD06B22883}" type="datetime1">
              <a:rPr kumimoji="1" lang="en-US" altLang="ja-JP" smtClean="0"/>
              <a:t>5/17/26</a:t>
            </a:fld>
            <a:endParaRPr kumimoji="1" lang="ja-JP" altLang="en-US"/>
          </a:p>
        </p:txBody>
      </p:sp>
      <p:sp>
        <p:nvSpPr>
          <p:cNvPr id="3" name="フッター プレースホルダー 2"/>
          <p:cNvSpPr>
            <a:spLocks noGrp="1"/>
          </p:cNvSpPr>
          <p:nvPr>
            <p:ph type="ftr" sz="quarter" idx="11"/>
          </p:nvPr>
        </p:nvSpPr>
        <p:spPr/>
        <p:txBody>
          <a:bodyPr/>
          <a:lstStyle>
            <a:lvl1pPr algn="l">
              <a:defRPr/>
            </a:lvl1pPr>
          </a:lstStyle>
          <a:p>
            <a:endParaRPr kumimoji="1" lang="ja-JP" altLang="en-US"/>
          </a:p>
        </p:txBody>
      </p:sp>
      <p:sp>
        <p:nvSpPr>
          <p:cNvPr id="6" name="円/楕円 6">
            <a:extLst>
              <a:ext uri="{FF2B5EF4-FFF2-40B4-BE49-F238E27FC236}">
                <a16:creationId xmlns:a16="http://schemas.microsoft.com/office/drawing/2014/main" id="{90C88CC0-1AFA-1685-3B5E-7D08FD144B46}"/>
              </a:ext>
            </a:extLst>
          </p:cNvPr>
          <p:cNvSpPr/>
          <p:nvPr userDrawn="1"/>
        </p:nvSpPr>
        <p:spPr>
          <a:xfrm>
            <a:off x="11426400" y="228603"/>
            <a:ext cx="640800" cy="642257"/>
          </a:xfrm>
          <a:prstGeom prst="ellipse">
            <a:avLst/>
          </a:prstGeom>
          <a:solidFill>
            <a:srgbClr val="FFCC66"/>
          </a:solidFill>
          <a:ln>
            <a:solidFill>
              <a:srgbClr val="FFCC66"/>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sz="1800"/>
          </a:p>
        </p:txBody>
      </p:sp>
      <p:sp>
        <p:nvSpPr>
          <p:cNvPr id="4" name="スライド番号プレースホルダー 3"/>
          <p:cNvSpPr>
            <a:spLocks noGrp="1"/>
          </p:cNvSpPr>
          <p:nvPr>
            <p:ph type="sldNum" sz="quarter" idx="12"/>
          </p:nvPr>
        </p:nvSpPr>
        <p:spPr/>
        <p:txBody>
          <a:bodyPr/>
          <a:lstStyle>
            <a:lvl1pPr>
              <a:defRPr>
                <a:solidFill>
                  <a:srgbClr val="898989"/>
                </a:solidFill>
              </a:defRPr>
            </a:lvl1pPr>
          </a:lstStyle>
          <a:p>
            <a:fld id="{CEE1AEBB-C026-4E27-8FB4-EBF6BECAC5B3}" type="slidenum">
              <a:rPr kumimoji="1" lang="ja-JP" altLang="en-US" smtClean="0"/>
              <a:t>‹#›</a:t>
            </a:fld>
            <a:endParaRPr kumimoji="1" lang="ja-JP" altLang="en-US"/>
          </a:p>
        </p:txBody>
      </p:sp>
    </p:spTree>
    <p:extLst>
      <p:ext uri="{BB962C8B-B14F-4D97-AF65-F5344CB8AC3E}">
        <p14:creationId xmlns:p14="http://schemas.microsoft.com/office/powerpoint/2010/main" val="6665771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0" y="1379"/>
            <a:ext cx="12192000" cy="1065646"/>
          </a:xfrm>
          <a:prstGeom prst="rect">
            <a:avLst/>
          </a:prstGeom>
          <a:solidFill>
            <a:srgbClr val="33CCFF"/>
          </a:solidFill>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516369" y="1479817"/>
            <a:ext cx="11159267" cy="45360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4"/>
          </p:nvPr>
        </p:nvSpPr>
        <p:spPr>
          <a:xfrm>
            <a:off x="9299089" y="371143"/>
            <a:ext cx="2743200" cy="365125"/>
          </a:xfrm>
          <a:prstGeom prst="rect">
            <a:avLst/>
          </a:prstGeom>
        </p:spPr>
        <p:txBody>
          <a:bodyPr vert="horz" lIns="91440" tIns="45720" rIns="91440" bIns="45720" rtlCol="0" anchor="ctr"/>
          <a:lstStyle>
            <a:lvl1pPr algn="r">
              <a:defRPr sz="2400" b="1">
                <a:solidFill>
                  <a:schemeClr val="bg1"/>
                </a:solidFill>
                <a:latin typeface="Arial Black" panose="020B0A04020102020204" pitchFamily="34" charset="0"/>
              </a:defRPr>
            </a:lvl1pPr>
          </a:lstStyle>
          <a:p>
            <a:fld id="{CEE1AEBB-C026-4E27-8FB4-EBF6BECAC5B3}" type="slidenum">
              <a:rPr kumimoji="1" lang="ja-JP" altLang="en-US" smtClean="0"/>
              <a:t>‹#›</a:t>
            </a:fld>
            <a:endParaRPr kumimoji="1" lang="ja-JP" altLang="en-US"/>
          </a:p>
        </p:txBody>
      </p:sp>
      <p:sp>
        <p:nvSpPr>
          <p:cNvPr id="7" name="正方形/長方形 6"/>
          <p:cNvSpPr/>
          <p:nvPr/>
        </p:nvSpPr>
        <p:spPr>
          <a:xfrm>
            <a:off x="0" y="6419868"/>
            <a:ext cx="12192000" cy="4381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sz="1800"/>
          </a:p>
        </p:txBody>
      </p:sp>
      <p:sp>
        <p:nvSpPr>
          <p:cNvPr id="4" name="日付プレースホルダー 3"/>
          <p:cNvSpPr>
            <a:spLocks noGrp="1"/>
          </p:cNvSpPr>
          <p:nvPr>
            <p:ph type="dt" sz="half" idx="2"/>
          </p:nvPr>
        </p:nvSpPr>
        <p:spPr>
          <a:xfrm>
            <a:off x="9448800" y="6492878"/>
            <a:ext cx="2743200" cy="365125"/>
          </a:xfrm>
          <a:prstGeom prst="rect">
            <a:avLst/>
          </a:prstGeom>
        </p:spPr>
        <p:txBody>
          <a:bodyPr vert="horz" lIns="91440" tIns="45720" rIns="91440" bIns="45720" rtlCol="0" anchor="ctr"/>
          <a:lstStyle>
            <a:lvl1pPr algn="r">
              <a:defRPr sz="1000" b="1">
                <a:solidFill>
                  <a:srgbClr val="898989"/>
                </a:solidFill>
              </a:defRPr>
            </a:lvl1pPr>
          </a:lstStyle>
          <a:p>
            <a:fld id="{24C33941-4AFF-C94C-946E-8858F8FD52D7}" type="datetime1">
              <a:rPr kumimoji="1" lang="en-US" altLang="ja-JP" smtClean="0"/>
              <a:t>5/17/26</a:t>
            </a:fld>
            <a:endParaRPr kumimoji="1" lang="ja-JP" altLang="en-US"/>
          </a:p>
        </p:txBody>
      </p:sp>
      <p:sp>
        <p:nvSpPr>
          <p:cNvPr id="5" name="フッター プレースホルダー 4"/>
          <p:cNvSpPr>
            <a:spLocks noGrp="1"/>
          </p:cNvSpPr>
          <p:nvPr>
            <p:ph type="ftr" sz="quarter" idx="3"/>
          </p:nvPr>
        </p:nvSpPr>
        <p:spPr>
          <a:xfrm>
            <a:off x="0" y="6492878"/>
            <a:ext cx="4114800" cy="365125"/>
          </a:xfrm>
          <a:prstGeom prst="rect">
            <a:avLst/>
          </a:prstGeom>
        </p:spPr>
        <p:txBody>
          <a:bodyPr vert="horz" lIns="91440" tIns="45720" rIns="91440" bIns="45720" rtlCol="0" anchor="ctr"/>
          <a:lstStyle>
            <a:lvl1pPr algn="l">
              <a:defRPr sz="1000" b="1">
                <a:solidFill>
                  <a:schemeClr val="tx1">
                    <a:tint val="75000"/>
                  </a:schemeClr>
                </a:solidFill>
              </a:defRPr>
            </a:lvl1pPr>
          </a:lstStyle>
          <a:p>
            <a:endParaRPr kumimoji="1" lang="ja-JP" altLang="en-US"/>
          </a:p>
        </p:txBody>
      </p:sp>
    </p:spTree>
    <p:extLst>
      <p:ext uri="{BB962C8B-B14F-4D97-AF65-F5344CB8AC3E}">
        <p14:creationId xmlns:p14="http://schemas.microsoft.com/office/powerpoint/2010/main" val="27064193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685800" rtl="0" eaLnBrk="1" latinLnBrk="0" hangingPunct="1">
        <a:lnSpc>
          <a:spcPct val="150000"/>
        </a:lnSpc>
        <a:spcBef>
          <a:spcPct val="0"/>
        </a:spcBef>
        <a:buNone/>
        <a:defRPr kumimoji="1" sz="3300" b="1" kern="1200">
          <a:solidFill>
            <a:schemeClr val="bg1"/>
          </a:solidFill>
          <a:latin typeface="+mj-lt"/>
          <a:ea typeface="+mj-ea"/>
          <a:cs typeface="+mj-cs"/>
        </a:defRPr>
      </a:lvl1pPr>
    </p:titleStyle>
    <p:bodyStyle>
      <a:lvl1pPr marL="363538" indent="-363538" algn="l" defTabSz="685800" rtl="0" eaLnBrk="1" latinLnBrk="0" hangingPunct="1">
        <a:lnSpc>
          <a:spcPct val="110000"/>
        </a:lnSpc>
        <a:spcBef>
          <a:spcPts val="1200"/>
        </a:spcBef>
        <a:spcAft>
          <a:spcPts val="0"/>
        </a:spcAft>
        <a:buClr>
          <a:srgbClr val="00CCFF"/>
        </a:buClr>
        <a:buFont typeface="Wingdings" panose="05000000000000000000" pitchFamily="2" charset="2"/>
        <a:buChar char="l"/>
        <a:defRPr kumimoji="1" sz="2400" kern="1200">
          <a:solidFill>
            <a:schemeClr val="tx1">
              <a:lumMod val="65000"/>
              <a:lumOff val="35000"/>
            </a:schemeClr>
          </a:solidFill>
          <a:latin typeface="+mn-lt"/>
          <a:ea typeface="+mn-ea"/>
          <a:cs typeface="+mn-cs"/>
        </a:defRPr>
      </a:lvl1pPr>
      <a:lvl2pPr marL="631825" indent="-288925" algn="l" defTabSz="685800" rtl="0" eaLnBrk="1" latinLnBrk="0" hangingPunct="1">
        <a:lnSpc>
          <a:spcPct val="110000"/>
        </a:lnSpc>
        <a:spcBef>
          <a:spcPts val="1200"/>
        </a:spcBef>
        <a:spcAft>
          <a:spcPts val="0"/>
        </a:spcAft>
        <a:buClr>
          <a:srgbClr val="00CCFF"/>
        </a:buClr>
        <a:buFont typeface="Wingdings" panose="05000000000000000000" pitchFamily="2" charset="2"/>
        <a:buChar char="ü"/>
        <a:defRPr kumimoji="1" sz="2000" kern="1200">
          <a:solidFill>
            <a:schemeClr val="tx1">
              <a:lumMod val="65000"/>
              <a:lumOff val="35000"/>
            </a:schemeClr>
          </a:solidFill>
          <a:latin typeface="+mn-lt"/>
          <a:ea typeface="+mn-ea"/>
          <a:cs typeface="+mn-cs"/>
        </a:defRPr>
      </a:lvl2pPr>
      <a:lvl3pPr marL="981075" indent="-295275" algn="l" defTabSz="685800" rtl="0" eaLnBrk="1" latinLnBrk="0" hangingPunct="1">
        <a:lnSpc>
          <a:spcPct val="110000"/>
        </a:lnSpc>
        <a:spcBef>
          <a:spcPts val="1200"/>
        </a:spcBef>
        <a:spcAft>
          <a:spcPts val="0"/>
        </a:spcAft>
        <a:buClr>
          <a:srgbClr val="00CCFF"/>
        </a:buClr>
        <a:buFont typeface="メイリオ" panose="020B0604030504040204" pitchFamily="50" charset="-128"/>
        <a:buChar char="‐"/>
        <a:defRPr kumimoji="1" sz="1800" kern="1200">
          <a:solidFill>
            <a:schemeClr val="tx1">
              <a:lumMod val="65000"/>
              <a:lumOff val="35000"/>
            </a:schemeClr>
          </a:solidFill>
          <a:latin typeface="+mn-lt"/>
          <a:ea typeface="+mn-ea"/>
          <a:cs typeface="+mn-cs"/>
        </a:defRPr>
      </a:lvl3pPr>
      <a:lvl4pPr marL="1344613" indent="-315913" algn="l" defTabSz="685800" rtl="0" eaLnBrk="1" latinLnBrk="0" hangingPunct="1">
        <a:lnSpc>
          <a:spcPct val="110000"/>
        </a:lnSpc>
        <a:spcBef>
          <a:spcPts val="1200"/>
        </a:spcBef>
        <a:spcAft>
          <a:spcPts val="0"/>
        </a:spcAft>
        <a:buClr>
          <a:srgbClr val="00CCFF"/>
        </a:buClr>
        <a:buFont typeface="メイリオ" panose="020B0604030504040204" pitchFamily="50" charset="-128"/>
        <a:buChar char="‐"/>
        <a:defRPr kumimoji="1" sz="1600" kern="1200">
          <a:solidFill>
            <a:schemeClr val="tx1">
              <a:lumMod val="65000"/>
              <a:lumOff val="35000"/>
            </a:schemeClr>
          </a:solidFill>
          <a:latin typeface="+mn-lt"/>
          <a:ea typeface="+mn-ea"/>
          <a:cs typeface="+mn-cs"/>
        </a:defRPr>
      </a:lvl4pPr>
      <a:lvl5pPr marL="1612900" indent="-241300" algn="l" defTabSz="685800" rtl="0" eaLnBrk="1" latinLnBrk="0" hangingPunct="1">
        <a:lnSpc>
          <a:spcPct val="110000"/>
        </a:lnSpc>
        <a:spcBef>
          <a:spcPts val="1200"/>
        </a:spcBef>
        <a:spcAft>
          <a:spcPts val="0"/>
        </a:spcAft>
        <a:buClr>
          <a:srgbClr val="00CCFF"/>
        </a:buClr>
        <a:buFont typeface="メイリオ" panose="020B0604030504040204" pitchFamily="50" charset="-128"/>
        <a:buChar char="‐"/>
        <a:defRPr kumimoji="1" sz="140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もちゃのロボットのイラス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278145" y="3127288"/>
            <a:ext cx="2159647" cy="28699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がんでお年寄りと話す人のイラスト"/>
          <p:cNvPicPr>
            <a:picLocks noChangeAspect="1" noChangeArrowheads="1"/>
          </p:cNvPicPr>
          <p:nvPr/>
        </p:nvPicPr>
        <p:blipFill rotWithShape="1">
          <a:blip r:embed="rId3">
            <a:extLst>
              <a:ext uri="{28A0092B-C50C-407E-A947-70E740481C1C}">
                <a14:useLocalDpi xmlns:a14="http://schemas.microsoft.com/office/drawing/2010/main" val="0"/>
              </a:ext>
            </a:extLst>
          </a:blip>
          <a:srcRect r="51708"/>
          <a:stretch/>
        </p:blipFill>
        <p:spPr bwMode="auto">
          <a:xfrm>
            <a:off x="3889267" y="2233572"/>
            <a:ext cx="1711740" cy="3873863"/>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p:cNvSpPr txBox="1"/>
          <p:nvPr/>
        </p:nvSpPr>
        <p:spPr>
          <a:xfrm>
            <a:off x="5220294" y="3820839"/>
            <a:ext cx="1271398" cy="400110"/>
          </a:xfrm>
          <a:prstGeom prst="rect">
            <a:avLst/>
          </a:prstGeom>
          <a:noFill/>
        </p:spPr>
        <p:txBody>
          <a:bodyPr wrap="square" rtlCol="0">
            <a:spAutoFit/>
          </a:bodyPr>
          <a:lstStyle/>
          <a:p>
            <a:pPr algn="ctr"/>
            <a:r>
              <a:rPr lang="ja-JP" altLang="en-US" sz="20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語り</a:t>
            </a:r>
          </a:p>
        </p:txBody>
      </p:sp>
      <p:cxnSp>
        <p:nvCxnSpPr>
          <p:cNvPr id="7" name="直線コネクタ 6"/>
          <p:cNvCxnSpPr/>
          <p:nvPr/>
        </p:nvCxnSpPr>
        <p:spPr>
          <a:xfrm flipH="1">
            <a:off x="5513154" y="3039996"/>
            <a:ext cx="910322" cy="235936"/>
          </a:xfrm>
          <a:prstGeom prst="line">
            <a:avLst/>
          </a:prstGeom>
        </p:spPr>
        <p:style>
          <a:lnRef idx="1">
            <a:schemeClr val="dk1"/>
          </a:lnRef>
          <a:fillRef idx="0">
            <a:schemeClr val="dk1"/>
          </a:fillRef>
          <a:effectRef idx="0">
            <a:schemeClr val="dk1"/>
          </a:effectRef>
          <a:fontRef idx="minor">
            <a:schemeClr val="tx1"/>
          </a:fontRef>
        </p:style>
      </p:cxnSp>
      <p:cxnSp>
        <p:nvCxnSpPr>
          <p:cNvPr id="8" name="直線コネクタ 7"/>
          <p:cNvCxnSpPr/>
          <p:nvPr/>
        </p:nvCxnSpPr>
        <p:spPr>
          <a:xfrm flipH="1">
            <a:off x="5564439" y="3335821"/>
            <a:ext cx="600638" cy="37448"/>
          </a:xfrm>
          <a:prstGeom prst="line">
            <a:avLst/>
          </a:prstGeom>
        </p:spPr>
        <p:style>
          <a:lnRef idx="1">
            <a:schemeClr val="dk1"/>
          </a:lnRef>
          <a:fillRef idx="0">
            <a:schemeClr val="dk1"/>
          </a:fillRef>
          <a:effectRef idx="0">
            <a:schemeClr val="dk1"/>
          </a:effectRef>
          <a:fontRef idx="minor">
            <a:schemeClr val="tx1"/>
          </a:fontRef>
        </p:style>
      </p:cxnSp>
      <p:cxnSp>
        <p:nvCxnSpPr>
          <p:cNvPr id="9" name="直線コネクタ 8"/>
          <p:cNvCxnSpPr/>
          <p:nvPr/>
        </p:nvCxnSpPr>
        <p:spPr>
          <a:xfrm flipH="1" flipV="1">
            <a:off x="5558843" y="3499455"/>
            <a:ext cx="611830" cy="352965"/>
          </a:xfrm>
          <a:prstGeom prst="line">
            <a:avLst/>
          </a:prstGeom>
        </p:spPr>
        <p:style>
          <a:lnRef idx="1">
            <a:schemeClr val="dk1"/>
          </a:lnRef>
          <a:fillRef idx="0">
            <a:schemeClr val="dk1"/>
          </a:fillRef>
          <a:effectRef idx="0">
            <a:schemeClr val="dk1"/>
          </a:effectRef>
          <a:fontRef idx="minor">
            <a:schemeClr val="tx1"/>
          </a:fontRef>
        </p:style>
      </p:cxnSp>
      <p:sp>
        <p:nvSpPr>
          <p:cNvPr id="11" name="テキスト ボックス 10"/>
          <p:cNvSpPr txBox="1"/>
          <p:nvPr/>
        </p:nvSpPr>
        <p:spPr>
          <a:xfrm>
            <a:off x="6425848" y="3202994"/>
            <a:ext cx="1618465" cy="400110"/>
          </a:xfrm>
          <a:prstGeom prst="rect">
            <a:avLst/>
          </a:prstGeom>
          <a:noFill/>
        </p:spPr>
        <p:txBody>
          <a:bodyPr wrap="square" rtlCol="0">
            <a:spAutoFit/>
          </a:bodyPr>
          <a:lstStyle/>
          <a:p>
            <a:pPr algn="ctr"/>
            <a:r>
              <a:rPr lang="ja-JP" altLang="en-US" sz="20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傾聴応答</a:t>
            </a:r>
          </a:p>
        </p:txBody>
      </p:sp>
      <p:sp>
        <p:nvSpPr>
          <p:cNvPr id="13" name="雲形吹き出し 12"/>
          <p:cNvSpPr/>
          <p:nvPr/>
        </p:nvSpPr>
        <p:spPr>
          <a:xfrm>
            <a:off x="5374980" y="1475064"/>
            <a:ext cx="4269179" cy="1443854"/>
          </a:xfrm>
          <a:prstGeom prst="cloudCallout">
            <a:avLst>
              <a:gd name="adj1" fmla="val 1049"/>
              <a:gd name="adj2" fmla="val 67574"/>
            </a:avLst>
          </a:prstGeom>
          <a:solidFill>
            <a:srgbClr val="B2E2EE"/>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dirty="0">
              <a:latin typeface="Tsukushi A Round Gothic Regular" panose="02020400000000000000" pitchFamily="18" charset="-128"/>
              <a:ea typeface="Tsukushi A Round Gothic Regular" panose="02020400000000000000" pitchFamily="18" charset="-128"/>
            </a:endParaRPr>
          </a:p>
        </p:txBody>
      </p:sp>
      <p:sp>
        <p:nvSpPr>
          <p:cNvPr id="14" name="テキスト ボックス 13"/>
          <p:cNvSpPr txBox="1"/>
          <p:nvPr/>
        </p:nvSpPr>
        <p:spPr>
          <a:xfrm>
            <a:off x="6769635" y="1771907"/>
            <a:ext cx="959777"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相槌</a:t>
            </a:r>
          </a:p>
        </p:txBody>
      </p:sp>
      <p:sp>
        <p:nvSpPr>
          <p:cNvPr id="15" name="テキスト ボックス 14"/>
          <p:cNvSpPr txBox="1"/>
          <p:nvPr/>
        </p:nvSpPr>
        <p:spPr>
          <a:xfrm>
            <a:off x="5925137" y="1779006"/>
            <a:ext cx="959777"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同意</a:t>
            </a:r>
          </a:p>
        </p:txBody>
      </p:sp>
      <p:sp>
        <p:nvSpPr>
          <p:cNvPr id="16" name="テキスト ボックス 15"/>
          <p:cNvSpPr txBox="1"/>
          <p:nvPr/>
        </p:nvSpPr>
        <p:spPr>
          <a:xfrm>
            <a:off x="7508682" y="1583725"/>
            <a:ext cx="1215592"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驚き</a:t>
            </a:r>
          </a:p>
        </p:txBody>
      </p:sp>
      <p:sp>
        <p:nvSpPr>
          <p:cNvPr id="17" name="テキスト ボックス 16"/>
          <p:cNvSpPr txBox="1"/>
          <p:nvPr/>
        </p:nvSpPr>
        <p:spPr>
          <a:xfrm>
            <a:off x="5849274" y="2179748"/>
            <a:ext cx="1215592"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感心</a:t>
            </a:r>
          </a:p>
        </p:txBody>
      </p:sp>
      <p:sp>
        <p:nvSpPr>
          <p:cNvPr id="18" name="テキスト ボックス 17"/>
          <p:cNvSpPr txBox="1"/>
          <p:nvPr/>
        </p:nvSpPr>
        <p:spPr>
          <a:xfrm>
            <a:off x="7603359" y="2240671"/>
            <a:ext cx="959777"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納得</a:t>
            </a:r>
          </a:p>
        </p:txBody>
      </p:sp>
      <p:sp>
        <p:nvSpPr>
          <p:cNvPr id="19" name="テキスト ボックス 18"/>
          <p:cNvSpPr txBox="1"/>
          <p:nvPr/>
        </p:nvSpPr>
        <p:spPr>
          <a:xfrm>
            <a:off x="6820379" y="2362309"/>
            <a:ext cx="959777"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意見</a:t>
            </a:r>
            <a:endParaRPr lang="en-US" altLang="ja-JP"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endParaRPr>
          </a:p>
        </p:txBody>
      </p:sp>
      <p:cxnSp>
        <p:nvCxnSpPr>
          <p:cNvPr id="20" name="直線コネクタ 19"/>
          <p:cNvCxnSpPr/>
          <p:nvPr/>
        </p:nvCxnSpPr>
        <p:spPr>
          <a:xfrm>
            <a:off x="6642248" y="3574977"/>
            <a:ext cx="965562" cy="279477"/>
          </a:xfrm>
          <a:prstGeom prst="line">
            <a:avLst/>
          </a:prstGeom>
        </p:spPr>
        <p:style>
          <a:lnRef idx="1">
            <a:schemeClr val="dk1"/>
          </a:lnRef>
          <a:fillRef idx="0">
            <a:schemeClr val="dk1"/>
          </a:fillRef>
          <a:effectRef idx="0">
            <a:schemeClr val="dk1"/>
          </a:effectRef>
          <a:fontRef idx="minor">
            <a:schemeClr val="tx1"/>
          </a:fontRef>
        </p:style>
      </p:cxnSp>
      <p:cxnSp>
        <p:nvCxnSpPr>
          <p:cNvPr id="21" name="直線コネクタ 20"/>
          <p:cNvCxnSpPr/>
          <p:nvPr/>
        </p:nvCxnSpPr>
        <p:spPr>
          <a:xfrm>
            <a:off x="6767503" y="3971430"/>
            <a:ext cx="669738" cy="94531"/>
          </a:xfrm>
          <a:prstGeom prst="line">
            <a:avLst/>
          </a:prstGeom>
        </p:spPr>
        <p:style>
          <a:lnRef idx="1">
            <a:schemeClr val="dk1"/>
          </a:lnRef>
          <a:fillRef idx="0">
            <a:schemeClr val="dk1"/>
          </a:fillRef>
          <a:effectRef idx="0">
            <a:schemeClr val="dk1"/>
          </a:effectRef>
          <a:fontRef idx="minor">
            <a:schemeClr val="tx1"/>
          </a:fontRef>
        </p:style>
      </p:cxnSp>
      <p:cxnSp>
        <p:nvCxnSpPr>
          <p:cNvPr id="22" name="直線コネクタ 21"/>
          <p:cNvCxnSpPr/>
          <p:nvPr/>
        </p:nvCxnSpPr>
        <p:spPr>
          <a:xfrm flipV="1">
            <a:off x="6729777" y="4180031"/>
            <a:ext cx="779792" cy="122070"/>
          </a:xfrm>
          <a:prstGeom prst="line">
            <a:avLst/>
          </a:prstGeom>
        </p:spPr>
        <p:style>
          <a:lnRef idx="1">
            <a:schemeClr val="dk1"/>
          </a:lnRef>
          <a:fillRef idx="0">
            <a:schemeClr val="dk1"/>
          </a:fillRef>
          <a:effectRef idx="0">
            <a:schemeClr val="dk1"/>
          </a:effectRef>
          <a:fontRef idx="minor">
            <a:schemeClr val="tx1"/>
          </a:fontRef>
        </p:style>
      </p:cxnSp>
      <p:sp>
        <p:nvSpPr>
          <p:cNvPr id="40" name="テキスト ボックス 39"/>
          <p:cNvSpPr txBox="1"/>
          <p:nvPr/>
        </p:nvSpPr>
        <p:spPr>
          <a:xfrm>
            <a:off x="7955340" y="1905654"/>
            <a:ext cx="1215592" cy="461665"/>
          </a:xfrm>
          <a:prstGeom prst="rect">
            <a:avLst/>
          </a:prstGeom>
          <a:noFill/>
        </p:spPr>
        <p:txBody>
          <a:bodyPr wrap="square" rtlCol="0">
            <a:spAutoFit/>
          </a:bodyPr>
          <a:lstStyle/>
          <a:p>
            <a:pPr algn="ctr"/>
            <a:r>
              <a:rPr lang="ja-JP" altLang="en-US" sz="2400" dirty="0">
                <a:latin typeface="Tsukushi A Round Gothic Regular" panose="02020400000000000000" pitchFamily="18" charset="-128"/>
                <a:ea typeface="Tsukushi A Round Gothic Regular" panose="02020400000000000000" pitchFamily="18" charset="-128"/>
                <a:cs typeface="メイリオ" panose="020B0604030504040204" pitchFamily="50" charset="-128"/>
              </a:rPr>
              <a:t>評価</a:t>
            </a:r>
          </a:p>
        </p:txBody>
      </p:sp>
      <p:sp>
        <p:nvSpPr>
          <p:cNvPr id="12" name="テキスト ボックス 11"/>
          <p:cNvSpPr txBox="1"/>
          <p:nvPr/>
        </p:nvSpPr>
        <p:spPr>
          <a:xfrm>
            <a:off x="5653949" y="1241716"/>
            <a:ext cx="1679549" cy="519351"/>
          </a:xfrm>
          <a:prstGeom prst="roundRect">
            <a:avLst>
              <a:gd name="adj" fmla="val 50000"/>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tIns="0" bIns="0" rtlCol="0" anchor="ctr">
            <a:spAutoFit/>
          </a:bodyPr>
          <a:lstStyle/>
          <a:p>
            <a:pPr algn="ctr"/>
            <a:r>
              <a:rPr lang="ja-JP" altLang="en-US" sz="2400">
                <a:latin typeface="Tsukushi A Round Gothic Bold" panose="02020400000000000000" pitchFamily="18" charset="-128"/>
                <a:ea typeface="Tsukushi A Round Gothic Bold" panose="02020400000000000000" pitchFamily="18" charset="-128"/>
                <a:cs typeface="メイリオ" panose="020B0604030504040204" pitchFamily="50" charset="-128"/>
              </a:rPr>
              <a:t>傾聴態度</a:t>
            </a:r>
            <a:endParaRPr lang="ja-JP" altLang="en-US" sz="2400" dirty="0">
              <a:latin typeface="Tsukushi A Round Gothic Bold" panose="02020400000000000000" pitchFamily="18" charset="-128"/>
              <a:ea typeface="Tsukushi A Round Gothic Bold" panose="02020400000000000000" pitchFamily="18" charset="-128"/>
              <a:cs typeface="メイリオ" panose="020B0604030504040204" pitchFamily="50" charset="-128"/>
            </a:endParaRPr>
          </a:p>
        </p:txBody>
      </p:sp>
    </p:spTree>
    <p:extLst>
      <p:ext uri="{BB962C8B-B14F-4D97-AF65-F5344CB8AC3E}">
        <p14:creationId xmlns:p14="http://schemas.microsoft.com/office/powerpoint/2010/main" val="1971413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A5685F-E6A3-6F3B-0991-75922EAA64B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35D7DF-014D-AA6E-15CB-506AE36CB8BE}"/>
              </a:ext>
            </a:extLst>
          </p:cNvPr>
          <p:cNvSpPr>
            <a:spLocks noGrp="1"/>
          </p:cNvSpPr>
          <p:nvPr>
            <p:ph type="sldNum" sz="quarter" idx="12"/>
          </p:nvPr>
        </p:nvSpPr>
        <p:spPr/>
        <p:txBody>
          <a:bodyPr/>
          <a:lstStyle/>
          <a:p>
            <a:fld id="{CEE1AEBB-C026-4E27-8FB4-EBF6BECAC5B3}" type="slidenum">
              <a:rPr kumimoji="1" lang="ja-JP" altLang="en-US" smtClean="0"/>
              <a:t>1</a:t>
            </a:fld>
            <a:endParaRPr kumimoji="1" lang="ja-JP" altLang="en-US"/>
          </a:p>
        </p:txBody>
      </p:sp>
      <p:pic>
        <p:nvPicPr>
          <p:cNvPr id="6" name="Picture 5" descr="A cartoon of a person and a robot&#10;&#10;AI-generated content may be incorrect.">
            <a:extLst>
              <a:ext uri="{FF2B5EF4-FFF2-40B4-BE49-F238E27FC236}">
                <a16:creationId xmlns:a16="http://schemas.microsoft.com/office/drawing/2014/main" id="{3E0F6655-B245-7576-E4C0-E34B3A905E6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05910" y="3923818"/>
            <a:ext cx="2469721" cy="2091999"/>
          </a:xfrm>
          <a:prstGeom prst="rect">
            <a:avLst/>
          </a:prstGeom>
        </p:spPr>
      </p:pic>
      <p:pic>
        <p:nvPicPr>
          <p:cNvPr id="10" name="Picture 9" descr="A cartoon of a person and a robot&#10;&#10;AI-generated content may be incorrect.">
            <a:extLst>
              <a:ext uri="{FF2B5EF4-FFF2-40B4-BE49-F238E27FC236}">
                <a16:creationId xmlns:a16="http://schemas.microsoft.com/office/drawing/2014/main" id="{5E8087F3-2CFD-4AE1-75CF-DCEC8A4CB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6236" y="3272617"/>
            <a:ext cx="3238500" cy="2743200"/>
          </a:xfrm>
          <a:prstGeom prst="rect">
            <a:avLst/>
          </a:prstGeom>
        </p:spPr>
      </p:pic>
    </p:spTree>
    <p:extLst>
      <p:ext uri="{BB962C8B-B14F-4D97-AF65-F5344CB8AC3E}">
        <p14:creationId xmlns:p14="http://schemas.microsoft.com/office/powerpoint/2010/main" val="901337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954AB-822C-1652-B060-25FE1A6087D2}"/>
            </a:ext>
          </a:extLst>
        </p:cNvPr>
        <p:cNvGrpSpPr/>
        <p:nvPr/>
      </p:nvGrpSpPr>
      <p:grpSpPr>
        <a:xfrm>
          <a:off x="0" y="0"/>
          <a:ext cx="0" cy="0"/>
          <a:chOff x="0" y="0"/>
          <a:chExt cx="0" cy="0"/>
        </a:xfrm>
      </p:grpSpPr>
      <p:graphicFrame>
        <p:nvGraphicFramePr>
          <p:cNvPr id="10" name="Content Placeholder 4">
            <a:extLst>
              <a:ext uri="{FF2B5EF4-FFF2-40B4-BE49-F238E27FC236}">
                <a16:creationId xmlns:a16="http://schemas.microsoft.com/office/drawing/2014/main" id="{F9C735F9-7C12-F457-142D-E087A7E05BEE}"/>
              </a:ext>
            </a:extLst>
          </p:cNvPr>
          <p:cNvGraphicFramePr>
            <a:graphicFrameLocks/>
          </p:cNvGraphicFramePr>
          <p:nvPr>
            <p:extLst>
              <p:ext uri="{D42A27DB-BD31-4B8C-83A1-F6EECF244321}">
                <p14:modId xmlns:p14="http://schemas.microsoft.com/office/powerpoint/2010/main" val="1318630043"/>
              </p:ext>
            </p:extLst>
          </p:nvPr>
        </p:nvGraphicFramePr>
        <p:xfrm>
          <a:off x="515938" y="2675943"/>
          <a:ext cx="6925945" cy="2225040"/>
        </p:xfrm>
        <a:graphic>
          <a:graphicData uri="http://schemas.openxmlformats.org/drawingml/2006/table">
            <a:tbl>
              <a:tblPr bandRow="1">
                <a:tableStyleId>{5940675A-B579-460E-94D1-54222C63F5DA}</a:tableStyleId>
              </a:tblPr>
              <a:tblGrid>
                <a:gridCol w="2232025">
                  <a:extLst>
                    <a:ext uri="{9D8B030D-6E8A-4147-A177-3AD203B41FA5}">
                      <a16:colId xmlns:a16="http://schemas.microsoft.com/office/drawing/2014/main" val="1904129682"/>
                    </a:ext>
                  </a:extLst>
                </a:gridCol>
                <a:gridCol w="1259205">
                  <a:extLst>
                    <a:ext uri="{9D8B030D-6E8A-4147-A177-3AD203B41FA5}">
                      <a16:colId xmlns:a16="http://schemas.microsoft.com/office/drawing/2014/main" val="4181983465"/>
                    </a:ext>
                  </a:extLst>
                </a:gridCol>
                <a:gridCol w="1259205">
                  <a:extLst>
                    <a:ext uri="{9D8B030D-6E8A-4147-A177-3AD203B41FA5}">
                      <a16:colId xmlns:a16="http://schemas.microsoft.com/office/drawing/2014/main" val="2604282758"/>
                    </a:ext>
                  </a:extLst>
                </a:gridCol>
                <a:gridCol w="1259205">
                  <a:extLst>
                    <a:ext uri="{9D8B030D-6E8A-4147-A177-3AD203B41FA5}">
                      <a16:colId xmlns:a16="http://schemas.microsoft.com/office/drawing/2014/main" val="1599792104"/>
                    </a:ext>
                  </a:extLst>
                </a:gridCol>
                <a:gridCol w="916305">
                  <a:extLst>
                    <a:ext uri="{9D8B030D-6E8A-4147-A177-3AD203B41FA5}">
                      <a16:colId xmlns:a16="http://schemas.microsoft.com/office/drawing/2014/main" val="1255747779"/>
                    </a:ext>
                  </a:extLst>
                </a:gridCol>
              </a:tblGrid>
              <a:tr h="370840">
                <a:tc>
                  <a:txBody>
                    <a:bodyPr/>
                    <a:lstStyle/>
                    <a:p>
                      <a:r>
                        <a:rPr kumimoji="1" lang="ja-JP" altLang="en-US"/>
                        <a:t>語り</a:t>
                      </a:r>
                    </a:p>
                  </a:txBody>
                  <a:tcPr/>
                </a:tc>
                <a:tc>
                  <a:txBody>
                    <a:bodyPr/>
                    <a:lstStyle/>
                    <a:p>
                      <a:r>
                        <a:rPr kumimoji="1" lang="ja-JP" altLang="en-US"/>
                        <a:t>傾聴応答</a:t>
                      </a:r>
                      <a:r>
                        <a:rPr kumimoji="1" lang="en-US" altLang="ja-JP"/>
                        <a:t>A</a:t>
                      </a:r>
                      <a:endParaRPr kumimoji="1" lang="ja-JP" altLang="en-US"/>
                    </a:p>
                  </a:txBody>
                  <a:tcPr>
                    <a:lnR w="12700" cap="flat" cmpd="sng" algn="ctr">
                      <a:noFill/>
                      <a:prstDash val="solid"/>
                      <a:round/>
                      <a:headEnd type="none" w="med" len="med"/>
                      <a:tailEnd type="none" w="med" len="med"/>
                    </a:lnR>
                  </a:tcPr>
                </a:tc>
                <a:tc>
                  <a:txBody>
                    <a:bodyPr/>
                    <a:lstStyle/>
                    <a:p>
                      <a:endParaRPr kumimoji="1" lang="ja-JP" altLang="en-US"/>
                    </a:p>
                  </a:txBody>
                  <a:tcPr>
                    <a:lnL w="12700" cap="flat" cmpd="sng" algn="ctr">
                      <a:noFill/>
                      <a:prstDash val="solid"/>
                      <a:round/>
                      <a:headEnd type="none" w="med" len="med"/>
                      <a:tailEnd type="none" w="med" len="med"/>
                    </a:lnL>
                  </a:tcPr>
                </a:tc>
                <a:tc>
                  <a:txBody>
                    <a:bodyPr/>
                    <a:lstStyle/>
                    <a:p>
                      <a:r>
                        <a:rPr kumimoji="1" lang="ja-JP" altLang="en-US"/>
                        <a:t>傾聴応答</a:t>
                      </a:r>
                      <a:r>
                        <a:rPr kumimoji="1" lang="en-US" altLang="ja-JP"/>
                        <a:t>B</a:t>
                      </a:r>
                      <a:endParaRPr kumimoji="1" lang="ja-JP" altLang="en-US"/>
                    </a:p>
                  </a:txBody>
                  <a:tcPr>
                    <a:lnR w="12700" cap="flat" cmpd="sng" algn="ctr">
                      <a:noFill/>
                      <a:prstDash val="solid"/>
                      <a:round/>
                      <a:headEnd type="none" w="med" len="med"/>
                      <a:tailEnd type="none" w="med" len="med"/>
                    </a:lnR>
                  </a:tcPr>
                </a:tc>
                <a:tc>
                  <a:txBody>
                    <a:bodyPr/>
                    <a:lstStyle/>
                    <a:p>
                      <a:endParaRPr kumimoji="1" lang="ja-JP" alt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63382972"/>
                  </a:ext>
                </a:extLst>
              </a:tr>
              <a:tr h="370840">
                <a:tc>
                  <a:txBody>
                    <a:bodyPr/>
                    <a:lstStyle/>
                    <a:p>
                      <a:r>
                        <a:rPr kumimoji="1" lang="ja-JP" altLang="en-US"/>
                        <a:t>地方に行った時</a:t>
                      </a:r>
                    </a:p>
                  </a:txBody>
                  <a:tcPr/>
                </a:tc>
                <a:tc>
                  <a:txBody>
                    <a:bodyPr/>
                    <a:lstStyle/>
                    <a:p>
                      <a:r>
                        <a:rPr kumimoji="1" lang="ja-JP" altLang="en-US"/>
                        <a:t>はい</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相槌</a:t>
                      </a:r>
                      <a:r>
                        <a:rPr kumimoji="1" lang="en-US" altLang="ja-JP"/>
                        <a:t>】</a:t>
                      </a:r>
                      <a:endParaRPr kumimoji="1" lang="ja-JP" altLang="en-US"/>
                    </a:p>
                  </a:txBody>
                  <a:tcPr>
                    <a:lnL w="12700" cap="flat" cmpd="sng" algn="ctr">
                      <a:noFill/>
                      <a:prstDash val="solid"/>
                      <a:round/>
                      <a:headEnd type="none" w="med" len="med"/>
                      <a:tailEnd type="none" w="med" len="med"/>
                    </a:lnL>
                  </a:tcPr>
                </a:tc>
                <a:tc>
                  <a:txBody>
                    <a:bodyPr/>
                    <a:lstStyle/>
                    <a:p>
                      <a:r>
                        <a:rPr kumimoji="1" lang="ja-JP" altLang="en-US"/>
                        <a:t>うん</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相槌</a:t>
                      </a:r>
                      <a:r>
                        <a:rPr kumimoji="1" lang="en-US" altLang="ja-JP"/>
                        <a:t>】</a:t>
                      </a:r>
                      <a:endParaRPr kumimoji="1" lang="ja-JP" alt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56315864"/>
                  </a:ext>
                </a:extLst>
              </a:tr>
              <a:tr h="370840">
                <a:tc>
                  <a:txBody>
                    <a:bodyPr/>
                    <a:lstStyle/>
                    <a:p>
                      <a:r>
                        <a:rPr kumimoji="1" lang="ja-JP" altLang="en-US"/>
                        <a:t>そこにある美術館には</a:t>
                      </a:r>
                    </a:p>
                  </a:txBody>
                  <a:tcPr/>
                </a:tc>
                <a:tc>
                  <a:txBody>
                    <a:bodyPr/>
                    <a:lstStyle/>
                    <a:p>
                      <a:r>
                        <a:rPr kumimoji="1" lang="ja-JP" altLang="en-US"/>
                        <a:t>ええええ</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相槌</a:t>
                      </a:r>
                      <a:r>
                        <a:rPr kumimoji="1" lang="en-US" altLang="ja-JP"/>
                        <a:t>】</a:t>
                      </a:r>
                      <a:endParaRPr kumimoji="1" lang="ja-JP" altLang="en-US"/>
                    </a:p>
                  </a:txBody>
                  <a:tcPr>
                    <a:lnL w="12700" cap="flat" cmpd="sng" algn="ctr">
                      <a:noFill/>
                      <a:prstDash val="solid"/>
                      <a:round/>
                      <a:headEnd type="none" w="med" len="med"/>
                      <a:tailEnd type="none" w="med" len="med"/>
                    </a:lnL>
                  </a:tcPr>
                </a:tc>
                <a:tc>
                  <a:txBody>
                    <a:bodyPr/>
                    <a:lstStyle/>
                    <a:p>
                      <a:endParaRPr kumimoji="1" lang="ja-JP" altLang="en-US"/>
                    </a:p>
                  </a:txBody>
                  <a:tcPr>
                    <a:lnR w="12700" cap="flat" cmpd="sng" algn="ctr">
                      <a:noFill/>
                      <a:prstDash val="solid"/>
                      <a:round/>
                      <a:headEnd type="none" w="med" len="med"/>
                      <a:tailEnd type="none" w="med" len="med"/>
                    </a:lnR>
                  </a:tcPr>
                </a:tc>
                <a:tc>
                  <a:txBody>
                    <a:bodyPr/>
                    <a:lstStyle/>
                    <a:p>
                      <a:endParaRPr kumimoji="1" lang="ja-JP" alt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10081824"/>
                  </a:ext>
                </a:extLst>
              </a:tr>
              <a:tr h="370840">
                <a:tc rowSpan="3">
                  <a:txBody>
                    <a:bodyPr/>
                    <a:lstStyle/>
                    <a:p>
                      <a:r>
                        <a:rPr kumimoji="1" lang="ja-JP" altLang="en-US"/>
                        <a:t>なるべく行くようにしています</a:t>
                      </a:r>
                    </a:p>
                  </a:txBody>
                  <a:tcPr/>
                </a:tc>
                <a:tc>
                  <a:txBody>
                    <a:bodyPr/>
                    <a:lstStyle/>
                    <a:p>
                      <a:r>
                        <a:rPr kumimoji="1" lang="ja-JP" altLang="en-US"/>
                        <a:t>ああ</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感心</a:t>
                      </a:r>
                      <a:r>
                        <a:rPr kumimoji="1" lang="en-US" altLang="ja-JP"/>
                        <a:t>】</a:t>
                      </a:r>
                      <a:endParaRPr kumimoji="1" lang="ja-JP" altLang="en-US"/>
                    </a:p>
                  </a:txBody>
                  <a:tcPr>
                    <a:lnL w="12700" cap="flat" cmpd="sng" algn="ctr">
                      <a:noFill/>
                      <a:prstDash val="solid"/>
                      <a:round/>
                      <a:headEnd type="none" w="med" len="med"/>
                      <a:tailEnd type="none" w="med" len="med"/>
                    </a:lnL>
                  </a:tcPr>
                </a:tc>
                <a:tc>
                  <a:txBody>
                    <a:bodyPr/>
                    <a:lstStyle/>
                    <a:p>
                      <a:r>
                        <a:rPr kumimoji="1" lang="ja-JP" altLang="en-US"/>
                        <a:t>あー</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感心</a:t>
                      </a:r>
                      <a:r>
                        <a:rPr kumimoji="1" lang="en-US" altLang="ja-JP"/>
                        <a:t>】</a:t>
                      </a:r>
                      <a:endParaRPr kumimoji="1" lang="ja-JP" alt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848446790"/>
                  </a:ext>
                </a:extLst>
              </a:tr>
              <a:tr h="370840">
                <a:tc vMerge="1">
                  <a:txBody>
                    <a:bodyPr/>
                    <a:lstStyle/>
                    <a:p>
                      <a:endParaRPr kumimoji="1" lang="ja-JP" altLang="en-US"/>
                    </a:p>
                  </a:txBody>
                  <a:tcPr/>
                </a:tc>
                <a:tc>
                  <a:txBody>
                    <a:bodyPr/>
                    <a:lstStyle/>
                    <a:p>
                      <a:r>
                        <a:rPr kumimoji="1" lang="ja-JP" altLang="en-US"/>
                        <a:t>そうですかー</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感心</a:t>
                      </a:r>
                      <a:r>
                        <a:rPr kumimoji="1" lang="en-US" altLang="ja-JP"/>
                        <a:t>】</a:t>
                      </a:r>
                      <a:endParaRPr kumimoji="1" lang="ja-JP" altLang="en-US"/>
                    </a:p>
                  </a:txBody>
                  <a:tcPr>
                    <a:lnL w="12700" cap="flat" cmpd="sng" algn="ctr">
                      <a:noFill/>
                      <a:prstDash val="solid"/>
                      <a:round/>
                      <a:headEnd type="none" w="med" len="med"/>
                      <a:tailEnd type="none" w="med" len="med"/>
                    </a:lnL>
                  </a:tcPr>
                </a:tc>
                <a:tc>
                  <a:txBody>
                    <a:bodyPr/>
                    <a:lstStyle/>
                    <a:p>
                      <a:r>
                        <a:rPr kumimoji="1" lang="ja-JP" altLang="en-US"/>
                        <a:t>いいですね</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評価</a:t>
                      </a:r>
                      <a:r>
                        <a:rPr kumimoji="1" lang="en-US" altLang="ja-JP"/>
                        <a:t>】</a:t>
                      </a:r>
                      <a:endParaRPr kumimoji="1" lang="ja-JP" alt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84618995"/>
                  </a:ext>
                </a:extLst>
              </a:tr>
              <a:tr h="370840">
                <a:tc vMerge="1">
                  <a:txBody>
                    <a:bodyPr/>
                    <a:lstStyle/>
                    <a:p>
                      <a:endParaRPr kumimoji="1" lang="ja-JP" altLang="en-US"/>
                    </a:p>
                  </a:txBody>
                  <a:tcPr/>
                </a:tc>
                <a:tc>
                  <a:txBody>
                    <a:bodyPr/>
                    <a:lstStyle/>
                    <a:p>
                      <a:r>
                        <a:rPr kumimoji="1" lang="ja-JP" altLang="en-US"/>
                        <a:t>美術館に</a:t>
                      </a:r>
                    </a:p>
                  </a:txBody>
                  <a:tcPr>
                    <a:lnR w="12700" cap="flat" cmpd="sng" algn="ctr">
                      <a:noFill/>
                      <a:prstDash val="solid"/>
                      <a:round/>
                      <a:headEnd type="none" w="med" len="med"/>
                      <a:tailEnd type="none" w="med" len="med"/>
                    </a:lnR>
                  </a:tcPr>
                </a:tc>
                <a:tc>
                  <a:txBody>
                    <a:bodyPr/>
                    <a:lstStyle/>
                    <a:p>
                      <a:r>
                        <a:rPr kumimoji="1" lang="en-US" altLang="ja-JP"/>
                        <a:t>【</a:t>
                      </a:r>
                      <a:r>
                        <a:rPr kumimoji="1" lang="ja-JP" altLang="en-US"/>
                        <a:t>繰り返し</a:t>
                      </a:r>
                      <a:r>
                        <a:rPr kumimoji="1" lang="en-US" altLang="ja-JP"/>
                        <a:t>】</a:t>
                      </a:r>
                      <a:endParaRPr kumimoji="1" lang="ja-JP" altLang="en-US"/>
                    </a:p>
                  </a:txBody>
                  <a:tcPr>
                    <a:lnL w="12700" cap="flat" cmpd="sng" algn="ctr">
                      <a:noFill/>
                      <a:prstDash val="solid"/>
                      <a:round/>
                      <a:headEnd type="none" w="med" len="med"/>
                      <a:tailEnd type="none" w="med" len="med"/>
                    </a:lnL>
                  </a:tcPr>
                </a:tc>
                <a:tc>
                  <a:txBody>
                    <a:bodyPr/>
                    <a:lstStyle/>
                    <a:p>
                      <a:r>
                        <a:rPr kumimoji="1" lang="ja-JP" altLang="en-US"/>
                        <a:t>行きたいです</a:t>
                      </a:r>
                    </a:p>
                  </a:txBody>
                  <a:tcPr>
                    <a:lnR w="12700" cap="flat" cmpd="sng" algn="ctr">
                      <a:noFill/>
                      <a:prstDash val="solid"/>
                      <a:round/>
                      <a:headEnd type="none" w="med" len="med"/>
                      <a:tailEnd type="none" w="med" len="med"/>
                    </a:lnR>
                  </a:tcPr>
                </a:tc>
                <a:tc>
                  <a:txBody>
                    <a:bodyPr/>
                    <a:lstStyle/>
                    <a:p>
                      <a:r>
                        <a:rPr kumimoji="1" lang="en-US" altLang="ja-JP" dirty="0"/>
                        <a:t>【</a:t>
                      </a:r>
                      <a:r>
                        <a:rPr kumimoji="1" lang="ja-JP" altLang="en-US"/>
                        <a:t>同意</a:t>
                      </a:r>
                      <a:r>
                        <a:rPr kumimoji="1" lang="en-US" altLang="ja-JP" dirty="0"/>
                        <a:t>】</a:t>
                      </a:r>
                      <a:endParaRPr kumimoji="1" lang="ja-JP" altLang="en-US"/>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13719824"/>
                  </a:ext>
                </a:extLst>
              </a:tr>
            </a:tbl>
          </a:graphicData>
        </a:graphic>
      </p:graphicFrame>
      <p:grpSp>
        <p:nvGrpSpPr>
          <p:cNvPr id="15" name="Group 14">
            <a:extLst>
              <a:ext uri="{FF2B5EF4-FFF2-40B4-BE49-F238E27FC236}">
                <a16:creationId xmlns:a16="http://schemas.microsoft.com/office/drawing/2014/main" id="{6ADEE3DF-6411-8990-3E2E-85EE014B37F6}"/>
              </a:ext>
            </a:extLst>
          </p:cNvPr>
          <p:cNvGrpSpPr/>
          <p:nvPr/>
        </p:nvGrpSpPr>
        <p:grpSpPr>
          <a:xfrm>
            <a:off x="7598229" y="2569631"/>
            <a:ext cx="4444060" cy="2931003"/>
            <a:chOff x="7598229" y="2569631"/>
            <a:chExt cx="4444060" cy="2931003"/>
          </a:xfrm>
        </p:grpSpPr>
        <p:pic>
          <p:nvPicPr>
            <p:cNvPr id="4" name="Picture 3">
              <a:extLst>
                <a:ext uri="{FF2B5EF4-FFF2-40B4-BE49-F238E27FC236}">
                  <a16:creationId xmlns:a16="http://schemas.microsoft.com/office/drawing/2014/main" id="{E3232CA1-0630-118C-415D-DE49942C3CE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598229" y="2606980"/>
              <a:ext cx="4077402" cy="2555100"/>
            </a:xfrm>
            <a:prstGeom prst="rect">
              <a:avLst/>
            </a:prstGeom>
          </p:spPr>
        </p:pic>
        <p:sp>
          <p:nvSpPr>
            <p:cNvPr id="5" name="TextBox 4">
              <a:extLst>
                <a:ext uri="{FF2B5EF4-FFF2-40B4-BE49-F238E27FC236}">
                  <a16:creationId xmlns:a16="http://schemas.microsoft.com/office/drawing/2014/main" id="{65B2B188-AB3C-3F25-24DD-E85999D6D62E}"/>
                </a:ext>
              </a:extLst>
            </p:cNvPr>
            <p:cNvSpPr txBox="1"/>
            <p:nvPr/>
          </p:nvSpPr>
          <p:spPr>
            <a:xfrm>
              <a:off x="9562248" y="2569631"/>
              <a:ext cx="701176" cy="430887"/>
            </a:xfrm>
            <a:prstGeom prst="rect">
              <a:avLst/>
            </a:prstGeom>
            <a:solidFill>
              <a:schemeClr val="bg1"/>
            </a:solidFill>
          </p:spPr>
          <p:txBody>
            <a:bodyPr wrap="square" rtlCol="0" anchor="ctr">
              <a:spAutoFit/>
            </a:bodyPr>
            <a:lstStyle/>
            <a:p>
              <a:pPr algn="ctr"/>
              <a:r>
                <a:rPr kumimoji="1" lang="ja-JP" altLang="en-US" sz="1100">
                  <a:solidFill>
                    <a:schemeClr val="tx1">
                      <a:lumMod val="85000"/>
                      <a:lumOff val="15000"/>
                    </a:schemeClr>
                  </a:solidFill>
                  <a:latin typeface="MS Gothic" panose="020B0609070205080204" pitchFamily="49" charset="-128"/>
                  <a:ea typeface="MS Gothic" panose="020B0609070205080204" pitchFamily="49" charset="-128"/>
                </a:rPr>
                <a:t>不同意</a:t>
              </a:r>
              <a:endParaRPr kumimoji="1" lang="en-US" altLang="ja-JP" sz="1100" dirty="0">
                <a:solidFill>
                  <a:schemeClr val="tx1">
                    <a:lumMod val="85000"/>
                    <a:lumOff val="15000"/>
                  </a:schemeClr>
                </a:solidFill>
                <a:latin typeface="MS Gothic" panose="020B0609070205080204" pitchFamily="49" charset="-128"/>
                <a:ea typeface="MS Gothic" panose="020B0609070205080204" pitchFamily="49" charset="-128"/>
              </a:endParaRPr>
            </a:p>
            <a:p>
              <a:pPr algn="ctr"/>
              <a:r>
                <a:rPr lang="en-US" altLang="ja-JP" sz="1100" dirty="0">
                  <a:solidFill>
                    <a:schemeClr val="tx1">
                      <a:lumMod val="85000"/>
                      <a:lumOff val="15000"/>
                    </a:schemeClr>
                  </a:solidFill>
                  <a:latin typeface="Arial" panose="020B0604020202020204" pitchFamily="34" charset="0"/>
                  <a:cs typeface="Arial" panose="020B0604020202020204" pitchFamily="34" charset="0"/>
                </a:rPr>
                <a:t>1.51%</a:t>
              </a:r>
              <a:endParaRPr kumimoji="1" lang="ja-JP" altLang="en-US" sz="1100">
                <a:solidFill>
                  <a:schemeClr val="tx1">
                    <a:lumMod val="85000"/>
                    <a:lumOff val="15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F3F049-C83C-314A-51B7-E6685E2646E0}"/>
                </a:ext>
              </a:extLst>
            </p:cNvPr>
            <p:cNvSpPr txBox="1"/>
            <p:nvPr/>
          </p:nvSpPr>
          <p:spPr>
            <a:xfrm>
              <a:off x="9781203" y="5162080"/>
              <a:ext cx="2261086" cy="338554"/>
            </a:xfrm>
            <a:prstGeom prst="rect">
              <a:avLst/>
            </a:prstGeom>
            <a:noFill/>
          </p:spPr>
          <p:txBody>
            <a:bodyPr wrap="square" rtlCol="0" anchor="ctr">
              <a:spAutoFit/>
            </a:bodyPr>
            <a:lstStyle/>
            <a:p>
              <a:pPr algn="ctr"/>
              <a:r>
                <a:rPr lang="ja-JP" altLang="en-US" sz="1600">
                  <a:solidFill>
                    <a:schemeClr val="tx1">
                      <a:lumMod val="75000"/>
                      <a:lumOff val="25000"/>
                    </a:schemeClr>
                  </a:solidFill>
                </a:rPr>
                <a:t>相槌以外の種類の割合</a:t>
              </a:r>
              <a:endParaRPr kumimoji="1" lang="ja-JP" altLang="en-US" sz="1600">
                <a:solidFill>
                  <a:schemeClr val="tx1">
                    <a:lumMod val="75000"/>
                    <a:lumOff val="25000"/>
                  </a:schemeClr>
                </a:solidFill>
              </a:endParaRPr>
            </a:p>
          </p:txBody>
        </p:sp>
      </p:grpSp>
    </p:spTree>
    <p:extLst>
      <p:ext uri="{BB962C8B-B14F-4D97-AF65-F5344CB8AC3E}">
        <p14:creationId xmlns:p14="http://schemas.microsoft.com/office/powerpoint/2010/main" val="302672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1EF5C-A265-4A37-47AE-F8FA872CD6AD}"/>
              </a:ext>
            </a:extLst>
          </p:cNvPr>
          <p:cNvSpPr>
            <a:spLocks noGrp="1"/>
          </p:cNvSpPr>
          <p:nvPr>
            <p:ph type="sldNum" sz="quarter" idx="12"/>
          </p:nvPr>
        </p:nvSpPr>
        <p:spPr/>
        <p:txBody>
          <a:bodyPr/>
          <a:lstStyle/>
          <a:p>
            <a:fld id="{CEE1AEBB-C026-4E27-8FB4-EBF6BECAC5B3}" type="slidenum">
              <a:rPr kumimoji="1" lang="ja-JP" altLang="en-US" smtClean="0"/>
              <a:t>3</a:t>
            </a:fld>
            <a:endParaRPr kumimoji="1" lang="ja-JP" altLang="en-US"/>
          </a:p>
        </p:txBody>
      </p:sp>
      <p:pic>
        <p:nvPicPr>
          <p:cNvPr id="8" name="Content Placeholder 4">
            <a:extLst>
              <a:ext uri="{FF2B5EF4-FFF2-40B4-BE49-F238E27FC236}">
                <a16:creationId xmlns:a16="http://schemas.microsoft.com/office/drawing/2014/main" id="{4F63A5D7-FE35-198B-C4D7-8B86BD7BE7CC}"/>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515938" y="3654798"/>
            <a:ext cx="11160125" cy="2754564"/>
          </a:xfrm>
          <a:prstGeom prst="rect">
            <a:avLst/>
          </a:prstGeom>
        </p:spPr>
      </p:pic>
    </p:spTree>
    <p:extLst>
      <p:ext uri="{BB962C8B-B14F-4D97-AF65-F5344CB8AC3E}">
        <p14:creationId xmlns:p14="http://schemas.microsoft.com/office/powerpoint/2010/main" val="2637909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74D43F25-5E58-B814-19DC-ACC756D51533}"/>
              </a:ext>
            </a:extLst>
          </p:cNvPr>
          <p:cNvSpPr txBox="1"/>
          <p:nvPr/>
        </p:nvSpPr>
        <p:spPr>
          <a:xfrm>
            <a:off x="5922226" y="5069398"/>
            <a:ext cx="6119478" cy="461665"/>
          </a:xfrm>
          <a:prstGeom prst="rect">
            <a:avLst/>
          </a:prstGeom>
          <a:noFill/>
        </p:spPr>
        <p:txBody>
          <a:bodyPr wrap="square" rtlCol="0" anchor="ctr">
            <a:spAutoFit/>
          </a:bodyPr>
          <a:lstStyle/>
          <a:p>
            <a:pPr algn="ctr"/>
            <a:r>
              <a:rPr lang="ja-JP" altLang="en-US" sz="2400">
                <a:latin typeface="Tsukushi A Round Gothic Bold" panose="02020400000000000000" pitchFamily="18" charset="-128"/>
                <a:ea typeface="Tsukushi A Round Gothic Bold" panose="02020400000000000000" pitchFamily="18" charset="-128"/>
              </a:rPr>
              <a:t>不同意応答を積極的に表出することが有効</a:t>
            </a:r>
            <a:endParaRPr kumimoji="1" lang="ja-JP" altLang="en-US" sz="2400">
              <a:latin typeface="Tsukushi A Round Gothic Bold" panose="02020400000000000000" pitchFamily="18" charset="-128"/>
              <a:ea typeface="Tsukushi A Round Gothic Bold" panose="02020400000000000000" pitchFamily="18" charset="-128"/>
            </a:endParaRPr>
          </a:p>
        </p:txBody>
      </p:sp>
      <p:grpSp>
        <p:nvGrpSpPr>
          <p:cNvPr id="35" name="Group 34">
            <a:extLst>
              <a:ext uri="{FF2B5EF4-FFF2-40B4-BE49-F238E27FC236}">
                <a16:creationId xmlns:a16="http://schemas.microsoft.com/office/drawing/2014/main" id="{35021D0A-0798-D2AE-27A0-4DF7CB74C47B}"/>
              </a:ext>
            </a:extLst>
          </p:cNvPr>
          <p:cNvGrpSpPr/>
          <p:nvPr/>
        </p:nvGrpSpPr>
        <p:grpSpPr>
          <a:xfrm>
            <a:off x="5848974" y="2184081"/>
            <a:ext cx="4416255" cy="1046731"/>
            <a:chOff x="5848974" y="2184081"/>
            <a:chExt cx="4416255" cy="1046731"/>
          </a:xfrm>
        </p:grpSpPr>
        <p:pic>
          <p:nvPicPr>
            <p:cNvPr id="13" name="Picture 18">
              <a:extLst>
                <a:ext uri="{FF2B5EF4-FFF2-40B4-BE49-F238E27FC236}">
                  <a16:creationId xmlns:a16="http://schemas.microsoft.com/office/drawing/2014/main" id="{59101541-9A48-A267-901F-249011C0A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028" y="2184081"/>
              <a:ext cx="4267201" cy="876201"/>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21">
              <a:extLst>
                <a:ext uri="{FF2B5EF4-FFF2-40B4-BE49-F238E27FC236}">
                  <a16:creationId xmlns:a16="http://schemas.microsoft.com/office/drawing/2014/main" id="{3BE4F9FD-44AD-D714-21B5-32C457C7635E}"/>
                </a:ext>
              </a:extLst>
            </p:cNvPr>
            <p:cNvSpPr txBox="1"/>
            <p:nvPr/>
          </p:nvSpPr>
          <p:spPr>
            <a:xfrm>
              <a:off x="6357258" y="2442699"/>
              <a:ext cx="3684786" cy="369332"/>
            </a:xfrm>
            <a:prstGeom prst="rect">
              <a:avLst/>
            </a:prstGeom>
            <a:noFill/>
          </p:spPr>
          <p:txBody>
            <a:bodyPr wrap="square" rtlCol="0" anchor="ctr">
              <a:spAutoFit/>
            </a:bodyPr>
            <a:lstStyle/>
            <a:p>
              <a:pPr algn="ctr"/>
              <a:r>
                <a:rPr lang="ja-JP" altLang="en-US">
                  <a:latin typeface="游ゴシック Medium" panose="020B0500000000000000" pitchFamily="50" charset="-128"/>
                  <a:ea typeface="游ゴシック Medium" panose="020B0500000000000000" pitchFamily="50" charset="-128"/>
                </a:rPr>
                <a:t>いえいえ、そんなことないですよ</a:t>
              </a:r>
            </a:p>
          </p:txBody>
        </p:sp>
        <p:pic>
          <p:nvPicPr>
            <p:cNvPr id="5122" name="Picture 2">
              <a:extLst>
                <a:ext uri="{FF2B5EF4-FFF2-40B4-BE49-F238E27FC236}">
                  <a16:creationId xmlns:a16="http://schemas.microsoft.com/office/drawing/2014/main" id="{A256E982-DE6D-986D-0790-7345172D94C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672" r="15452" b="54994"/>
            <a:stretch/>
          </p:blipFill>
          <p:spPr bwMode="auto">
            <a:xfrm>
              <a:off x="5848974" y="2522909"/>
              <a:ext cx="827866" cy="7079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Group 36">
            <a:extLst>
              <a:ext uri="{FF2B5EF4-FFF2-40B4-BE49-F238E27FC236}">
                <a16:creationId xmlns:a16="http://schemas.microsoft.com/office/drawing/2014/main" id="{1D828028-A1FE-D8C6-479F-3292DF129667}"/>
              </a:ext>
            </a:extLst>
          </p:cNvPr>
          <p:cNvGrpSpPr/>
          <p:nvPr/>
        </p:nvGrpSpPr>
        <p:grpSpPr>
          <a:xfrm>
            <a:off x="5866119" y="4027373"/>
            <a:ext cx="3539304" cy="1027745"/>
            <a:chOff x="5866119" y="4027373"/>
            <a:chExt cx="3539304" cy="1027745"/>
          </a:xfrm>
        </p:grpSpPr>
        <p:pic>
          <p:nvPicPr>
            <p:cNvPr id="19" name="Picture 18">
              <a:extLst>
                <a:ext uri="{FF2B5EF4-FFF2-40B4-BE49-F238E27FC236}">
                  <a16:creationId xmlns:a16="http://schemas.microsoft.com/office/drawing/2014/main" id="{F69E752D-AEC7-99C7-5059-95DBF8DA4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948" y="4027373"/>
              <a:ext cx="3336475" cy="876201"/>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21">
              <a:extLst>
                <a:ext uri="{FF2B5EF4-FFF2-40B4-BE49-F238E27FC236}">
                  <a16:creationId xmlns:a16="http://schemas.microsoft.com/office/drawing/2014/main" id="{786E9ECA-1CC6-107F-2B91-D64EC33D907B}"/>
                </a:ext>
              </a:extLst>
            </p:cNvPr>
            <p:cNvSpPr txBox="1"/>
            <p:nvPr/>
          </p:nvSpPr>
          <p:spPr>
            <a:xfrm>
              <a:off x="6428178" y="4285991"/>
              <a:ext cx="2803073" cy="369332"/>
            </a:xfrm>
            <a:prstGeom prst="rect">
              <a:avLst/>
            </a:prstGeom>
            <a:noFill/>
          </p:spPr>
          <p:txBody>
            <a:bodyPr wrap="square" rtlCol="0" anchor="ctr">
              <a:spAutoFit/>
            </a:bodyPr>
            <a:lstStyle/>
            <a:p>
              <a:pPr algn="ctr"/>
              <a:r>
                <a:rPr lang="ja-JP" altLang="en-US">
                  <a:latin typeface="游ゴシック Medium" panose="020B0500000000000000" pitchFamily="50" charset="-128"/>
                  <a:ea typeface="游ゴシック Medium" panose="020B0500000000000000" pitchFamily="50" charset="-128"/>
                </a:rPr>
                <a:t>いえいえ、大丈夫ですよ</a:t>
              </a:r>
            </a:p>
          </p:txBody>
        </p:sp>
        <p:pic>
          <p:nvPicPr>
            <p:cNvPr id="27" name="Picture 2">
              <a:extLst>
                <a:ext uri="{FF2B5EF4-FFF2-40B4-BE49-F238E27FC236}">
                  <a16:creationId xmlns:a16="http://schemas.microsoft.com/office/drawing/2014/main" id="{0F4ECEB2-D30B-87CB-2EB6-5F4F383E86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672" r="15452" b="54994"/>
            <a:stretch/>
          </p:blipFill>
          <p:spPr bwMode="auto">
            <a:xfrm>
              <a:off x="5866119" y="4347215"/>
              <a:ext cx="827866" cy="70790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45E736DF-205A-858E-00EB-5984DC7EE131}"/>
              </a:ext>
            </a:extLst>
          </p:cNvPr>
          <p:cNvGrpSpPr/>
          <p:nvPr/>
        </p:nvGrpSpPr>
        <p:grpSpPr>
          <a:xfrm>
            <a:off x="7630885" y="1094775"/>
            <a:ext cx="4561115" cy="1153237"/>
            <a:chOff x="7630885" y="1094775"/>
            <a:chExt cx="4561115" cy="1153237"/>
          </a:xfrm>
        </p:grpSpPr>
        <p:pic>
          <p:nvPicPr>
            <p:cNvPr id="8" name="Picture 16">
              <a:extLst>
                <a:ext uri="{FF2B5EF4-FFF2-40B4-BE49-F238E27FC236}">
                  <a16:creationId xmlns:a16="http://schemas.microsoft.com/office/drawing/2014/main" id="{C327C524-EC91-DB94-2548-2017674714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30885" y="1472274"/>
              <a:ext cx="4561115" cy="775738"/>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20">
              <a:extLst>
                <a:ext uri="{FF2B5EF4-FFF2-40B4-BE49-F238E27FC236}">
                  <a16:creationId xmlns:a16="http://schemas.microsoft.com/office/drawing/2014/main" id="{EE384426-87BC-76DC-79DB-C9108188082E}"/>
                </a:ext>
              </a:extLst>
            </p:cNvPr>
            <p:cNvSpPr txBox="1"/>
            <p:nvPr/>
          </p:nvSpPr>
          <p:spPr>
            <a:xfrm>
              <a:off x="7717971" y="1675477"/>
              <a:ext cx="3855053" cy="369332"/>
            </a:xfrm>
            <a:prstGeom prst="rect">
              <a:avLst/>
            </a:prstGeom>
            <a:noFill/>
          </p:spPr>
          <p:txBody>
            <a:bodyPr wrap="square" rtlCol="0" anchor="ctr">
              <a:spAutoFit/>
            </a:bodyPr>
            <a:lstStyle/>
            <a:p>
              <a:pPr algn="ctr"/>
              <a:r>
                <a:rPr lang="ja-JP" altLang="en-US">
                  <a:latin typeface="Tsukushi A Round Gothic Regular" panose="02020400000000000000" pitchFamily="18" charset="-128"/>
                  <a:ea typeface="Tsukushi A Round Gothic Regular" panose="02020400000000000000" pitchFamily="18" charset="-128"/>
                </a:rPr>
                <a:t>私は昔から気が利かないものでして</a:t>
              </a:r>
            </a:p>
          </p:txBody>
        </p:sp>
        <p:pic>
          <p:nvPicPr>
            <p:cNvPr id="5124" name="Picture 4">
              <a:extLst>
                <a:ext uri="{FF2B5EF4-FFF2-40B4-BE49-F238E27FC236}">
                  <a16:creationId xmlns:a16="http://schemas.microsoft.com/office/drawing/2014/main" id="{236947E9-E32B-B3AF-1B58-2E9A5AA1105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6337" t="1655" r="26816" b="57297"/>
            <a:stretch/>
          </p:blipFill>
          <p:spPr bwMode="auto">
            <a:xfrm>
              <a:off x="11305687" y="1094775"/>
              <a:ext cx="645366" cy="6854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6" name="Group 35">
            <a:extLst>
              <a:ext uri="{FF2B5EF4-FFF2-40B4-BE49-F238E27FC236}">
                <a16:creationId xmlns:a16="http://schemas.microsoft.com/office/drawing/2014/main" id="{52B723BA-9639-2414-55F0-EB5343BA0D38}"/>
              </a:ext>
            </a:extLst>
          </p:cNvPr>
          <p:cNvGrpSpPr/>
          <p:nvPr/>
        </p:nvGrpSpPr>
        <p:grpSpPr>
          <a:xfrm>
            <a:off x="6477000" y="2949752"/>
            <a:ext cx="5715000" cy="1144886"/>
            <a:chOff x="6477000" y="2949752"/>
            <a:chExt cx="5715000" cy="1144886"/>
          </a:xfrm>
        </p:grpSpPr>
        <p:pic>
          <p:nvPicPr>
            <p:cNvPr id="10" name="Picture 16">
              <a:extLst>
                <a:ext uri="{FF2B5EF4-FFF2-40B4-BE49-F238E27FC236}">
                  <a16:creationId xmlns:a16="http://schemas.microsoft.com/office/drawing/2014/main" id="{9C5692A6-302A-71A2-473E-E24CE63FC4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3318900"/>
              <a:ext cx="5715000" cy="775738"/>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20">
              <a:extLst>
                <a:ext uri="{FF2B5EF4-FFF2-40B4-BE49-F238E27FC236}">
                  <a16:creationId xmlns:a16="http://schemas.microsoft.com/office/drawing/2014/main" id="{5AB0E48E-C1FD-993A-2A86-353BC9752B55}"/>
                </a:ext>
              </a:extLst>
            </p:cNvPr>
            <p:cNvSpPr txBox="1"/>
            <p:nvPr/>
          </p:nvSpPr>
          <p:spPr>
            <a:xfrm>
              <a:off x="6651172" y="3522103"/>
              <a:ext cx="4758567" cy="369332"/>
            </a:xfrm>
            <a:prstGeom prst="rect">
              <a:avLst/>
            </a:prstGeom>
            <a:noFill/>
          </p:spPr>
          <p:txBody>
            <a:bodyPr wrap="square" rtlCol="0" anchor="ctr">
              <a:spAutoFit/>
            </a:bodyPr>
            <a:lstStyle/>
            <a:p>
              <a:pPr algn="ctr"/>
              <a:r>
                <a:rPr lang="ja-JP" altLang="en-US">
                  <a:latin typeface="Tsukushi A Round Gothic Regular" panose="02020400000000000000" pitchFamily="18" charset="-128"/>
                  <a:ea typeface="Tsukushi A Round Gothic Regular" panose="02020400000000000000" pitchFamily="18" charset="-128"/>
                </a:rPr>
                <a:t>昔のことなので思い出せなくてごめんなさい</a:t>
              </a:r>
            </a:p>
          </p:txBody>
        </p:sp>
        <p:pic>
          <p:nvPicPr>
            <p:cNvPr id="28" name="Picture 4">
              <a:extLst>
                <a:ext uri="{FF2B5EF4-FFF2-40B4-BE49-F238E27FC236}">
                  <a16:creationId xmlns:a16="http://schemas.microsoft.com/office/drawing/2014/main" id="{25015787-8493-955A-48F1-85D31501BF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6337" t="1655" r="26816" b="57297"/>
            <a:stretch/>
          </p:blipFill>
          <p:spPr bwMode="auto">
            <a:xfrm>
              <a:off x="11167214" y="2949752"/>
              <a:ext cx="645366" cy="685441"/>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DED5261F-D436-5E21-7DF8-AA85AFE3B98A}"/>
                </a:ext>
              </a:extLst>
            </p:cNvPr>
            <p:cNvSpPr/>
            <p:nvPr/>
          </p:nvSpPr>
          <p:spPr>
            <a:xfrm>
              <a:off x="6629398" y="3178584"/>
              <a:ext cx="146722" cy="121674"/>
            </a:xfrm>
            <a:prstGeom prst="rect">
              <a:avLst/>
            </a:prstGeom>
            <a:solidFill>
              <a:srgbClr val="F8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33" name="Rectangle 32">
            <a:extLst>
              <a:ext uri="{FF2B5EF4-FFF2-40B4-BE49-F238E27FC236}">
                <a16:creationId xmlns:a16="http://schemas.microsoft.com/office/drawing/2014/main" id="{231AD4E4-C8EB-02FE-E920-93F2EABBD669}"/>
              </a:ext>
            </a:extLst>
          </p:cNvPr>
          <p:cNvSpPr/>
          <p:nvPr/>
        </p:nvSpPr>
        <p:spPr>
          <a:xfrm>
            <a:off x="6611695" y="4973253"/>
            <a:ext cx="146722" cy="121674"/>
          </a:xfrm>
          <a:prstGeom prst="rect">
            <a:avLst/>
          </a:prstGeom>
          <a:solidFill>
            <a:srgbClr val="F8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528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right)">
                                      <p:cBhvr>
                                        <p:cTn id="11" dur="500"/>
                                        <p:tgtEl>
                                          <p:spTgt spid="3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par>
                                <p:cTn id="17" presetID="22" presetClass="entr" presetSubtype="8"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5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ロジェクターを使ってプレゼンをする人のイラス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9252" y="1512499"/>
            <a:ext cx="4792334" cy="4376998"/>
          </a:xfrm>
          <a:prstGeom prst="rect">
            <a:avLst/>
          </a:prstGeom>
          <a:noFill/>
          <a:extLst>
            <a:ext uri="{909E8E84-426E-40DD-AFC4-6F175D3DCCD1}">
              <a14:hiddenFill xmlns:a14="http://schemas.microsoft.com/office/drawing/2010/main">
                <a:solidFill>
                  <a:srgbClr val="FFFFFF"/>
                </a:solidFill>
              </a14:hiddenFill>
            </a:ext>
          </a:extLst>
        </p:spPr>
      </p:pic>
      <p:sp>
        <p:nvSpPr>
          <p:cNvPr id="4" name="角丸四角形吹き出し 3"/>
          <p:cNvSpPr/>
          <p:nvPr/>
        </p:nvSpPr>
        <p:spPr>
          <a:xfrm flipH="1">
            <a:off x="7096664" y="1092680"/>
            <a:ext cx="3174521" cy="839638"/>
          </a:xfrm>
          <a:prstGeom prst="wedgeRoundRectCallout">
            <a:avLst>
              <a:gd name="adj1" fmla="val -10276"/>
              <a:gd name="adj2" fmla="val 73459"/>
              <a:gd name="adj3" fmla="val 16667"/>
            </a:avLst>
          </a:prstGeom>
          <a:solidFill>
            <a:srgbClr val="B2E2EE"/>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1600" dirty="0">
                <a:latin typeface="Tsukushi A Round Gothic Regular" panose="02020400000000000000" pitchFamily="18" charset="-128"/>
                <a:ea typeface="Tsukushi A Round Gothic Regular" panose="02020400000000000000" pitchFamily="18" charset="-128"/>
                <a:cs typeface="Yu Gothic" charset="-128"/>
              </a:rPr>
              <a:t>読みやすい字幕を提示してほしいという人は全体の七十パーセントに達しています</a:t>
            </a:r>
            <a:endParaRPr lang="en-US" altLang="ja-JP" sz="1600" dirty="0">
              <a:latin typeface="Tsukushi A Round Gothic Regular" panose="02020400000000000000" pitchFamily="18" charset="-128"/>
              <a:ea typeface="Tsukushi A Round Gothic Regular" panose="02020400000000000000" pitchFamily="18" charset="-128"/>
              <a:cs typeface="Yu Gothic" charset="-128"/>
            </a:endParaRPr>
          </a:p>
        </p:txBody>
      </p:sp>
      <p:sp>
        <p:nvSpPr>
          <p:cNvPr id="5" name="テキスト ボックス 4"/>
          <p:cNvSpPr txBox="1"/>
          <p:nvPr/>
        </p:nvSpPr>
        <p:spPr>
          <a:xfrm>
            <a:off x="5708710" y="3723702"/>
            <a:ext cx="2433804" cy="363230"/>
          </a:xfrm>
          <a:prstGeom prst="roundRect">
            <a:avLst>
              <a:gd name="adj" fmla="val 7117"/>
            </a:avLst>
          </a:prstGeom>
          <a:solidFill>
            <a:schemeClr val="tx1"/>
          </a:solidFill>
        </p:spPr>
        <p:txBody>
          <a:bodyPr wrap="square" lIns="36000" tIns="36000" rIns="36000" bIns="36000" rtlCol="0">
            <a:spAutoFit/>
          </a:bodyPr>
          <a:lstStyle/>
          <a:p>
            <a:r>
              <a:rPr lang="ja-JP" altLang="en-US" sz="900" b="1" dirty="0">
                <a:solidFill>
                  <a:schemeClr val="bg1"/>
                </a:solidFill>
                <a:latin typeface="MS Gothic" panose="020B0609070205080204" pitchFamily="49" charset="-128"/>
                <a:ea typeface="MS Gothic" panose="020B0609070205080204" pitchFamily="49" charset="-128"/>
                <a:cs typeface="Hiragino Sans W3" charset="-128"/>
              </a:rPr>
              <a:t>読みやすい字幕を提示してほしいという人は</a:t>
            </a:r>
            <a:endParaRPr lang="en-US" altLang="ja-JP" sz="900" b="1" dirty="0">
              <a:solidFill>
                <a:schemeClr val="bg1"/>
              </a:solidFill>
              <a:latin typeface="MS Gothic" panose="020B0609070205080204" pitchFamily="49" charset="-128"/>
              <a:ea typeface="MS Gothic" panose="020B0609070205080204" pitchFamily="49" charset="-128"/>
              <a:cs typeface="Hiragino Sans W3" charset="-128"/>
            </a:endParaRPr>
          </a:p>
          <a:p>
            <a:r>
              <a:rPr lang="ja-JP" altLang="en-US" sz="900" b="1">
                <a:solidFill>
                  <a:schemeClr val="bg1"/>
                </a:solidFill>
                <a:latin typeface="MS Gothic" panose="020B0609070205080204" pitchFamily="49" charset="-128"/>
                <a:ea typeface="MS Gothic" panose="020B0609070205080204" pitchFamily="49" charset="-128"/>
                <a:cs typeface="Hiragino Sans W3" charset="-128"/>
              </a:rPr>
              <a:t>全体の７０％に</a:t>
            </a:r>
            <a:r>
              <a:rPr lang="ja-JP" altLang="en-US" sz="900" b="1" dirty="0">
                <a:solidFill>
                  <a:schemeClr val="bg1"/>
                </a:solidFill>
                <a:latin typeface="MS Gothic" panose="020B0609070205080204" pitchFamily="49" charset="-128"/>
                <a:ea typeface="MS Gothic" panose="020B0609070205080204" pitchFamily="49" charset="-128"/>
                <a:cs typeface="Hiragino Sans W3" charset="-128"/>
              </a:rPr>
              <a:t>達しています</a:t>
            </a:r>
            <a:endParaRPr lang="en-US" altLang="ja-JP" sz="900" b="1" dirty="0">
              <a:solidFill>
                <a:schemeClr val="bg1"/>
              </a:solidFill>
              <a:latin typeface="MS Gothic" panose="020B0609070205080204" pitchFamily="49" charset="-128"/>
              <a:ea typeface="MS Gothic" panose="020B0609070205080204" pitchFamily="49" charset="-128"/>
              <a:cs typeface="Hiragino Sans W3" charset="-128"/>
            </a:endParaRPr>
          </a:p>
        </p:txBody>
      </p:sp>
    </p:spTree>
    <p:extLst>
      <p:ext uri="{BB962C8B-B14F-4D97-AF65-F5344CB8AC3E}">
        <p14:creationId xmlns:p14="http://schemas.microsoft.com/office/powerpoint/2010/main" val="271314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ロジェクターを使ってプレゼンをする人のイラス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5294" y="732551"/>
            <a:ext cx="5646292" cy="5156946"/>
          </a:xfrm>
          <a:prstGeom prst="rect">
            <a:avLst/>
          </a:prstGeom>
          <a:noFill/>
          <a:extLst>
            <a:ext uri="{909E8E84-426E-40DD-AFC4-6F175D3DCCD1}">
              <a14:hiddenFill xmlns:a14="http://schemas.microsoft.com/office/drawing/2010/main">
                <a:solidFill>
                  <a:srgbClr val="FFFFFF"/>
                </a:solidFill>
              </a14:hiddenFill>
            </a:ext>
          </a:extLst>
        </p:spPr>
      </p:pic>
      <p:sp>
        <p:nvSpPr>
          <p:cNvPr id="4" name="角丸四角形吹き出し 3"/>
          <p:cNvSpPr/>
          <p:nvPr/>
        </p:nvSpPr>
        <p:spPr>
          <a:xfrm flipH="1">
            <a:off x="6275294" y="81116"/>
            <a:ext cx="4999926" cy="1302871"/>
          </a:xfrm>
          <a:prstGeom prst="wedgeRoundRectCallout">
            <a:avLst>
              <a:gd name="adj1" fmla="val -8318"/>
              <a:gd name="adj2" fmla="val 68963"/>
              <a:gd name="adj3" fmla="val 16667"/>
            </a:avLst>
          </a:prstGeom>
          <a:solidFill>
            <a:srgbClr val="B2E2EE"/>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2400" dirty="0">
                <a:latin typeface="Yu Gothic" charset="-128"/>
                <a:ea typeface="Yu Gothic" charset="-128"/>
                <a:cs typeface="Yu Gothic" charset="-128"/>
              </a:rPr>
              <a:t>えー読みやすい字幕を提示してほしいという人はですね全体のあー七十パーセントに達しています</a:t>
            </a:r>
            <a:endParaRPr lang="en-US" altLang="ja-JP" sz="2400" dirty="0">
              <a:latin typeface="Yu Gothic" charset="-128"/>
              <a:ea typeface="Yu Gothic" charset="-128"/>
              <a:cs typeface="Yu Gothic" charset="-128"/>
            </a:endParaRPr>
          </a:p>
        </p:txBody>
      </p:sp>
      <p:sp>
        <p:nvSpPr>
          <p:cNvPr id="5" name="テキスト ボックス 4"/>
          <p:cNvSpPr txBox="1"/>
          <p:nvPr/>
        </p:nvSpPr>
        <p:spPr>
          <a:xfrm>
            <a:off x="5062071" y="3299367"/>
            <a:ext cx="2850776" cy="459135"/>
          </a:xfrm>
          <a:prstGeom prst="roundRect">
            <a:avLst>
              <a:gd name="adj" fmla="val 7117"/>
            </a:avLst>
          </a:prstGeom>
          <a:solidFill>
            <a:schemeClr val="tx1"/>
          </a:solidFill>
        </p:spPr>
        <p:txBody>
          <a:bodyPr wrap="square" lIns="36000" tIns="36000" rIns="36000" bIns="36000" rtlCol="0">
            <a:spAutoFit/>
          </a:bodyPr>
          <a:lstStyle/>
          <a:p>
            <a:r>
              <a:rPr lang="ja-JP" altLang="en-US" sz="1200" b="1" dirty="0">
                <a:solidFill>
                  <a:schemeClr val="bg1"/>
                </a:solidFill>
                <a:latin typeface="Hiragino Sans W3" charset="-128"/>
                <a:ea typeface="Hiragino Sans W3" charset="-128"/>
                <a:cs typeface="Hiragino Sans W3" charset="-128"/>
              </a:rPr>
              <a:t>読みやすい字幕を提示してほしいという人は全体の</a:t>
            </a:r>
            <a:r>
              <a:rPr lang="en-US" altLang="ja-JP" sz="1200" b="1" dirty="0">
                <a:solidFill>
                  <a:schemeClr val="bg1"/>
                </a:solidFill>
                <a:latin typeface="Hiragino Sans W3" charset="-128"/>
                <a:ea typeface="Hiragino Sans W3" charset="-128"/>
                <a:cs typeface="Hiragino Sans W3" charset="-128"/>
              </a:rPr>
              <a:t>70%</a:t>
            </a:r>
            <a:r>
              <a:rPr lang="ja-JP" altLang="en-US" sz="1200" b="1" dirty="0">
                <a:solidFill>
                  <a:schemeClr val="bg1"/>
                </a:solidFill>
                <a:latin typeface="Hiragino Sans W3" charset="-128"/>
                <a:ea typeface="Hiragino Sans W3" charset="-128"/>
                <a:cs typeface="Hiragino Sans W3" charset="-128"/>
              </a:rPr>
              <a:t>に達しています</a:t>
            </a:r>
            <a:endParaRPr lang="en-US" altLang="ja-JP" sz="1200" b="1" dirty="0">
              <a:solidFill>
                <a:schemeClr val="bg1"/>
              </a:solidFill>
              <a:latin typeface="Hiragino Sans W3" charset="-128"/>
              <a:ea typeface="Hiragino Sans W3" charset="-128"/>
              <a:cs typeface="Hiragino Sans W3" charset="-128"/>
            </a:endParaRPr>
          </a:p>
        </p:txBody>
      </p:sp>
    </p:spTree>
    <p:extLst>
      <p:ext uri="{BB962C8B-B14F-4D97-AF65-F5344CB8AC3E}">
        <p14:creationId xmlns:p14="http://schemas.microsoft.com/office/powerpoint/2010/main" val="1909066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EF37B-B1BD-9ACD-F4C3-0BA9C5AA158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CC1DD3-6D24-61FD-5863-1B33825A1F5C}"/>
              </a:ext>
            </a:extLst>
          </p:cNvPr>
          <p:cNvSpPr>
            <a:spLocks noGrp="1"/>
          </p:cNvSpPr>
          <p:nvPr>
            <p:ph type="sldNum" sz="quarter" idx="12"/>
          </p:nvPr>
        </p:nvSpPr>
        <p:spPr/>
        <p:txBody>
          <a:bodyPr/>
          <a:lstStyle/>
          <a:p>
            <a:fld id="{CEE1AEBB-C026-4E27-8FB4-EBF6BECAC5B3}" type="slidenum">
              <a:rPr kumimoji="1" lang="ja-JP" altLang="en-US" smtClean="0"/>
              <a:t>7</a:t>
            </a:fld>
            <a:endParaRPr kumimoji="1" lang="ja-JP" altLang="en-US"/>
          </a:p>
        </p:txBody>
      </p:sp>
      <p:sp>
        <p:nvSpPr>
          <p:cNvPr id="5" name="TextBox 4">
            <a:extLst>
              <a:ext uri="{FF2B5EF4-FFF2-40B4-BE49-F238E27FC236}">
                <a16:creationId xmlns:a16="http://schemas.microsoft.com/office/drawing/2014/main" id="{B2915DE6-1813-E8F2-66F8-6B4DAD43783F}"/>
              </a:ext>
            </a:extLst>
          </p:cNvPr>
          <p:cNvSpPr txBox="1"/>
          <p:nvPr/>
        </p:nvSpPr>
        <p:spPr>
          <a:xfrm>
            <a:off x="6311157" y="1478444"/>
            <a:ext cx="4828032" cy="1477328"/>
          </a:xfrm>
          <a:prstGeom prst="rect">
            <a:avLst/>
          </a:prstGeom>
          <a:solidFill>
            <a:schemeClr val="tx1"/>
          </a:solidFill>
          <a:ln>
            <a:noFill/>
          </a:ln>
        </p:spPr>
        <p:txBody>
          <a:bodyPr wrap="square" rtlCol="0" anchor="t">
            <a:spAutoFit/>
          </a:bodyPr>
          <a:lstStyle/>
          <a:p>
            <a:r>
              <a:rPr kumimoji="1" lang="ja-JP" altLang="en-US">
                <a:solidFill>
                  <a:schemeClr val="bg1"/>
                </a:solidFill>
                <a:latin typeface="MS Gothic" panose="020B0609070205080204" pitchFamily="49" charset="-128"/>
                <a:ea typeface="MS Gothic" panose="020B0609070205080204" pitchFamily="49" charset="-128"/>
              </a:rPr>
              <a:t>で朝は通勤時だということで郊外あるいはマンハッタン市内からその中心部オフィス街へ向かう様々な地下鉄様々なといいますと実はＡＢＣＤＥとか１２３４５というふうにですね</a:t>
            </a:r>
          </a:p>
        </p:txBody>
      </p:sp>
      <p:sp>
        <p:nvSpPr>
          <p:cNvPr id="8" name="TextBox 7">
            <a:extLst>
              <a:ext uri="{FF2B5EF4-FFF2-40B4-BE49-F238E27FC236}">
                <a16:creationId xmlns:a16="http://schemas.microsoft.com/office/drawing/2014/main" id="{505840A0-F8DC-F6C1-6680-1CF426E0A14D}"/>
              </a:ext>
            </a:extLst>
          </p:cNvPr>
          <p:cNvSpPr txBox="1"/>
          <p:nvPr/>
        </p:nvSpPr>
        <p:spPr>
          <a:xfrm>
            <a:off x="6294401" y="4261274"/>
            <a:ext cx="4828032" cy="1754326"/>
          </a:xfrm>
          <a:prstGeom prst="rect">
            <a:avLst/>
          </a:prstGeom>
          <a:solidFill>
            <a:schemeClr val="tx1"/>
          </a:solidFill>
          <a:ln>
            <a:noFill/>
          </a:ln>
        </p:spPr>
        <p:txBody>
          <a:bodyPr wrap="square" rtlCol="0" anchor="t">
            <a:spAutoFit/>
          </a:bodyPr>
          <a:lstStyle/>
          <a:p>
            <a:r>
              <a:rPr kumimoji="1" lang="ja-JP" altLang="en-US">
                <a:solidFill>
                  <a:schemeClr val="bg1"/>
                </a:solidFill>
                <a:latin typeface="MS Gothic" panose="020B0609070205080204" pitchFamily="49" charset="-128"/>
                <a:ea typeface="MS Gothic" panose="020B0609070205080204" pitchFamily="49" charset="-128"/>
              </a:rPr>
              <a:t>で、朝は、通勤時だということで、</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郊外あるいはマンハッタン市内から</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その中心部オフィス街へ向かう</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様々な地下鉄、様々なといいますと、</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実は、ＡＢＣＤＥとか</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１２３４５というふうにですね</a:t>
            </a:r>
          </a:p>
        </p:txBody>
      </p:sp>
      <p:grpSp>
        <p:nvGrpSpPr>
          <p:cNvPr id="18" name="Group 17">
            <a:extLst>
              <a:ext uri="{FF2B5EF4-FFF2-40B4-BE49-F238E27FC236}">
                <a16:creationId xmlns:a16="http://schemas.microsoft.com/office/drawing/2014/main" id="{DAE1CD93-B619-9FDC-FA1F-D8F023EE5C2F}"/>
              </a:ext>
            </a:extLst>
          </p:cNvPr>
          <p:cNvGrpSpPr/>
          <p:nvPr/>
        </p:nvGrpSpPr>
        <p:grpSpPr>
          <a:xfrm>
            <a:off x="6311157" y="3170428"/>
            <a:ext cx="4729737" cy="830997"/>
            <a:chOff x="6311157" y="3170428"/>
            <a:chExt cx="4729737" cy="830997"/>
          </a:xfrm>
        </p:grpSpPr>
        <p:sp>
          <p:nvSpPr>
            <p:cNvPr id="12" name="Down Arrow 11">
              <a:extLst>
                <a:ext uri="{FF2B5EF4-FFF2-40B4-BE49-F238E27FC236}">
                  <a16:creationId xmlns:a16="http://schemas.microsoft.com/office/drawing/2014/main" id="{A4BCE1B3-E83D-B03F-BAC9-6A7EFD941496}"/>
                </a:ext>
              </a:extLst>
            </p:cNvPr>
            <p:cNvSpPr/>
            <p:nvPr/>
          </p:nvSpPr>
          <p:spPr>
            <a:xfrm>
              <a:off x="6311157" y="3324023"/>
              <a:ext cx="733647" cy="52380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3" name="TextBox 12">
              <a:extLst>
                <a:ext uri="{FF2B5EF4-FFF2-40B4-BE49-F238E27FC236}">
                  <a16:creationId xmlns:a16="http://schemas.microsoft.com/office/drawing/2014/main" id="{792290A8-26C8-52EB-AE60-2A7EBBB30E72}"/>
                </a:ext>
              </a:extLst>
            </p:cNvPr>
            <p:cNvSpPr txBox="1"/>
            <p:nvPr/>
          </p:nvSpPr>
          <p:spPr>
            <a:xfrm>
              <a:off x="7119656" y="3170428"/>
              <a:ext cx="3921238" cy="830997"/>
            </a:xfrm>
            <a:prstGeom prst="rect">
              <a:avLst/>
            </a:prstGeom>
            <a:noFill/>
          </p:spPr>
          <p:txBody>
            <a:bodyPr wrap="square" rtlCol="0" anchor="ctr">
              <a:spAutoFit/>
            </a:bodyPr>
            <a:lstStyle/>
            <a:p>
              <a:pPr algn="ctr"/>
              <a:r>
                <a:rPr kumimoji="1" lang="ja-JP" altLang="en-US" sz="2400" b="1">
                  <a:solidFill>
                    <a:schemeClr val="tx1">
                      <a:lumMod val="75000"/>
                      <a:lumOff val="25000"/>
                    </a:schemeClr>
                  </a:solidFill>
                  <a:latin typeface="Tsukushi A Round Gothic Regular" panose="02020400000000000000" pitchFamily="18" charset="-128"/>
                  <a:ea typeface="Tsukushi A Round Gothic Regular" panose="02020400000000000000" pitchFamily="18" charset="-128"/>
                </a:rPr>
                <a:t>改行と読点を適切な位置に</a:t>
              </a:r>
              <a:endParaRPr kumimoji="1" lang="en-US" altLang="ja-JP" sz="2400" b="1" dirty="0">
                <a:solidFill>
                  <a:schemeClr val="tx1">
                    <a:lumMod val="75000"/>
                    <a:lumOff val="25000"/>
                  </a:schemeClr>
                </a:solidFill>
                <a:latin typeface="Tsukushi A Round Gothic Regular" panose="02020400000000000000" pitchFamily="18" charset="-128"/>
                <a:ea typeface="Tsukushi A Round Gothic Regular" panose="02020400000000000000" pitchFamily="18" charset="-128"/>
              </a:endParaRPr>
            </a:p>
            <a:p>
              <a:pPr algn="ctr"/>
              <a:r>
                <a:rPr kumimoji="1" lang="ja-JP" altLang="en-US" sz="2400" b="1">
                  <a:solidFill>
                    <a:schemeClr val="tx1">
                      <a:lumMod val="75000"/>
                      <a:lumOff val="25000"/>
                    </a:schemeClr>
                  </a:solidFill>
                  <a:latin typeface="Tsukushi A Round Gothic Regular" panose="02020400000000000000" pitchFamily="18" charset="-128"/>
                  <a:ea typeface="Tsukushi A Round Gothic Regular" panose="02020400000000000000" pitchFamily="18" charset="-128"/>
                </a:rPr>
                <a:t>同時に挿入</a:t>
              </a:r>
            </a:p>
          </p:txBody>
        </p:sp>
      </p:grpSp>
    </p:spTree>
    <p:extLst>
      <p:ext uri="{BB962C8B-B14F-4D97-AF65-F5344CB8AC3E}">
        <p14:creationId xmlns:p14="http://schemas.microsoft.com/office/powerpoint/2010/main" val="361384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もちゃのロボットのイラス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9746424" y="3228888"/>
            <a:ext cx="2159647" cy="2869963"/>
          </a:xfrm>
          <a:prstGeom prst="rect">
            <a:avLst/>
          </a:prstGeom>
          <a:noFill/>
          <a:extLst>
            <a:ext uri="{909E8E84-426E-40DD-AFC4-6F175D3DCCD1}">
              <a14:hiddenFill xmlns:a14="http://schemas.microsoft.com/office/drawing/2010/main">
                <a:solidFill>
                  <a:srgbClr val="FFFFFF"/>
                </a:solidFill>
              </a14:hiddenFill>
            </a:ext>
          </a:extLst>
        </p:spPr>
      </p:pic>
      <p:sp>
        <p:nvSpPr>
          <p:cNvPr id="13" name="雲形吹き出し 12"/>
          <p:cNvSpPr/>
          <p:nvPr/>
        </p:nvSpPr>
        <p:spPr>
          <a:xfrm>
            <a:off x="7155969" y="1398590"/>
            <a:ext cx="4269179" cy="1443854"/>
          </a:xfrm>
          <a:prstGeom prst="cloudCallout">
            <a:avLst>
              <a:gd name="adj1" fmla="val 31147"/>
              <a:gd name="adj2" fmla="val 69229"/>
            </a:avLst>
          </a:prstGeom>
          <a:solidFill>
            <a:srgbClr val="B2E2EE"/>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dirty="0"/>
          </a:p>
        </p:txBody>
      </p:sp>
      <p:sp>
        <p:nvSpPr>
          <p:cNvPr id="14" name="テキスト ボックス 13"/>
          <p:cNvSpPr txBox="1"/>
          <p:nvPr/>
        </p:nvSpPr>
        <p:spPr>
          <a:xfrm>
            <a:off x="8824621" y="1716262"/>
            <a:ext cx="959777"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理解</a:t>
            </a:r>
          </a:p>
        </p:txBody>
      </p:sp>
      <p:sp>
        <p:nvSpPr>
          <p:cNvPr id="15" name="テキスト ボックス 14"/>
          <p:cNvSpPr txBox="1"/>
          <p:nvPr/>
        </p:nvSpPr>
        <p:spPr>
          <a:xfrm>
            <a:off x="7706126" y="1702532"/>
            <a:ext cx="959777"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同意</a:t>
            </a:r>
          </a:p>
        </p:txBody>
      </p:sp>
      <p:sp>
        <p:nvSpPr>
          <p:cNvPr id="16" name="テキスト ボックス 15"/>
          <p:cNvSpPr txBox="1"/>
          <p:nvPr/>
        </p:nvSpPr>
        <p:spPr>
          <a:xfrm>
            <a:off x="9726758" y="1571644"/>
            <a:ext cx="1215592"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驚き</a:t>
            </a:r>
          </a:p>
        </p:txBody>
      </p:sp>
      <p:sp>
        <p:nvSpPr>
          <p:cNvPr id="17" name="テキスト ボックス 16"/>
          <p:cNvSpPr txBox="1"/>
          <p:nvPr/>
        </p:nvSpPr>
        <p:spPr>
          <a:xfrm>
            <a:off x="7630263" y="2103274"/>
            <a:ext cx="1215592"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感心</a:t>
            </a:r>
          </a:p>
        </p:txBody>
      </p:sp>
      <p:sp>
        <p:nvSpPr>
          <p:cNvPr id="18" name="テキスト ボックス 17"/>
          <p:cNvSpPr txBox="1"/>
          <p:nvPr/>
        </p:nvSpPr>
        <p:spPr>
          <a:xfrm>
            <a:off x="9384348" y="2164197"/>
            <a:ext cx="959777"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共感</a:t>
            </a:r>
          </a:p>
        </p:txBody>
      </p:sp>
      <p:sp>
        <p:nvSpPr>
          <p:cNvPr id="19" name="テキスト ボックス 18"/>
          <p:cNvSpPr txBox="1"/>
          <p:nvPr/>
        </p:nvSpPr>
        <p:spPr>
          <a:xfrm>
            <a:off x="8601368" y="2285835"/>
            <a:ext cx="959777"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称賛</a:t>
            </a:r>
            <a:endParaRPr lang="en-US" altLang="ja-JP" sz="2400" dirty="0">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40" name="テキスト ボックス 39"/>
          <p:cNvSpPr txBox="1"/>
          <p:nvPr/>
        </p:nvSpPr>
        <p:spPr>
          <a:xfrm>
            <a:off x="9943115" y="1957043"/>
            <a:ext cx="1215592" cy="461665"/>
          </a:xfrm>
          <a:prstGeom prst="rect">
            <a:avLst/>
          </a:prstGeom>
          <a:noFill/>
        </p:spPr>
        <p:txBody>
          <a:bodyPr wrap="square" rtlCol="0">
            <a:spAutoFit/>
          </a:bodyPr>
          <a:lstStyle/>
          <a:p>
            <a:pPr algn="ctr"/>
            <a:r>
              <a:rPr lang="ja-JP" altLang="en-US" sz="2400" dirty="0">
                <a:latin typeface="游ゴシック" panose="020B0400000000000000" pitchFamily="50" charset="-128"/>
                <a:ea typeface="游ゴシック" panose="020B0400000000000000" pitchFamily="50" charset="-128"/>
                <a:cs typeface="メイリオ" panose="020B0604030504040204" pitchFamily="50" charset="-128"/>
              </a:rPr>
              <a:t>評価</a:t>
            </a:r>
          </a:p>
        </p:txBody>
      </p:sp>
      <p:sp>
        <p:nvSpPr>
          <p:cNvPr id="12" name="テキスト ボックス 11"/>
          <p:cNvSpPr txBox="1"/>
          <p:nvPr/>
        </p:nvSpPr>
        <p:spPr>
          <a:xfrm>
            <a:off x="7434938" y="1165242"/>
            <a:ext cx="1679549" cy="519351"/>
          </a:xfrm>
          <a:prstGeom prst="roundRect">
            <a:avLst>
              <a:gd name="adj" fmla="val 50000"/>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tIns="0" bIns="0" rtlCol="0" anchor="ctr">
            <a:spAutoFit/>
          </a:bodyPr>
          <a:lstStyle/>
          <a:p>
            <a:pPr algn="ctr"/>
            <a:r>
              <a:rPr lang="ja-JP" altLang="en-US" sz="2400" b="1">
                <a:latin typeface="游ゴシック" panose="020B0400000000000000" pitchFamily="50" charset="-128"/>
                <a:ea typeface="游ゴシック" panose="020B0400000000000000" pitchFamily="50" charset="-128"/>
                <a:cs typeface="メイリオ" panose="020B0604030504040204" pitchFamily="50" charset="-128"/>
              </a:rPr>
              <a:t>傾聴態度</a:t>
            </a:r>
            <a:endParaRPr lang="ja-JP" altLang="en-US" sz="2400" b="1" dirty="0">
              <a:latin typeface="游ゴシック" panose="020B0400000000000000" pitchFamily="50" charset="-128"/>
              <a:ea typeface="游ゴシック" panose="020B0400000000000000" pitchFamily="50" charset="-128"/>
              <a:cs typeface="メイリオ" panose="020B0604030504040204" pitchFamily="50" charset="-128"/>
            </a:endParaRPr>
          </a:p>
        </p:txBody>
      </p:sp>
      <p:sp>
        <p:nvSpPr>
          <p:cNvPr id="3" name="角丸四角形吹き出し 2"/>
          <p:cNvSpPr/>
          <p:nvPr/>
        </p:nvSpPr>
        <p:spPr>
          <a:xfrm>
            <a:off x="4756334" y="3194955"/>
            <a:ext cx="4937493" cy="1795398"/>
          </a:xfrm>
          <a:prstGeom prst="wedgeRoundRectCallout">
            <a:avLst>
              <a:gd name="adj1" fmla="val -53512"/>
              <a:gd name="adj2" fmla="val -41971"/>
              <a:gd name="adj3" fmla="val 16667"/>
            </a:avLst>
          </a:prstGeom>
          <a:solidFill>
            <a:srgbClr val="FFF0FF"/>
          </a:solidFill>
          <a:ln>
            <a:solidFill>
              <a:srgbClr val="FF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2400" dirty="0">
                <a:solidFill>
                  <a:sysClr val="windowText" lastClr="000000"/>
                </a:solidFill>
                <a:latin typeface="游ゴシック" panose="020B0400000000000000" pitchFamily="50" charset="-128"/>
                <a:ea typeface="游ゴシック" panose="020B0400000000000000" pitchFamily="50" charset="-128"/>
              </a:rPr>
              <a:t>子供が</a:t>
            </a:r>
            <a:r>
              <a:rPr lang="ja-JP" altLang="en-US" sz="2400" dirty="0" err="1">
                <a:solidFill>
                  <a:sysClr val="windowText" lastClr="000000"/>
                </a:solidFill>
                <a:latin typeface="游ゴシック" panose="020B0400000000000000" pitchFamily="50" charset="-128"/>
                <a:ea typeface="游ゴシック" panose="020B0400000000000000" pitchFamily="50" charset="-128"/>
              </a:rPr>
              <a:t>で</a:t>
            </a:r>
            <a:r>
              <a:rPr lang="ja-JP" altLang="en-US" sz="2400" dirty="0">
                <a:solidFill>
                  <a:sysClr val="windowText" lastClr="000000"/>
                </a:solidFill>
                <a:latin typeface="游ゴシック" panose="020B0400000000000000" pitchFamily="50" charset="-128"/>
                <a:ea typeface="游ゴシック" panose="020B0400000000000000" pitchFamily="50" charset="-128"/>
              </a:rPr>
              <a:t>すね３人</a:t>
            </a:r>
            <a:endParaRPr lang="en-US" altLang="ja-JP" sz="2400" dirty="0">
              <a:solidFill>
                <a:sysClr val="windowText" lastClr="000000"/>
              </a:solidFill>
              <a:latin typeface="游ゴシック" panose="020B0400000000000000" pitchFamily="50" charset="-128"/>
              <a:ea typeface="游ゴシック" panose="020B0400000000000000" pitchFamily="50" charset="-128"/>
            </a:endParaRPr>
          </a:p>
          <a:p>
            <a:endParaRPr lang="en-US" altLang="ja-JP" sz="2000" dirty="0">
              <a:solidFill>
                <a:sysClr val="windowText" lastClr="000000"/>
              </a:solidFill>
              <a:latin typeface="游ゴシック" panose="020B0400000000000000" pitchFamily="50" charset="-128"/>
              <a:ea typeface="游ゴシック" panose="020B0400000000000000" pitchFamily="50" charset="-128"/>
            </a:endParaRPr>
          </a:p>
          <a:p>
            <a:r>
              <a:rPr lang="ja-JP" altLang="en-US" sz="2400" dirty="0">
                <a:solidFill>
                  <a:sysClr val="windowText" lastClr="000000"/>
                </a:solidFill>
                <a:latin typeface="游ゴシック" panose="020B0400000000000000" pitchFamily="50" charset="-128"/>
                <a:ea typeface="游ゴシック" panose="020B0400000000000000" pitchFamily="50" charset="-128"/>
              </a:rPr>
              <a:t>あの女の子</a:t>
            </a:r>
            <a:r>
              <a:rPr lang="ja-JP" altLang="en-US" sz="2400" dirty="0" err="1">
                <a:solidFill>
                  <a:sysClr val="windowText" lastClr="000000"/>
                </a:solidFill>
                <a:latin typeface="游ゴシック" panose="020B0400000000000000" pitchFamily="50" charset="-128"/>
                <a:ea typeface="游ゴシック" panose="020B0400000000000000" pitchFamily="50" charset="-128"/>
              </a:rPr>
              <a:t>ばっ</a:t>
            </a:r>
            <a:r>
              <a:rPr lang="ja-JP" altLang="en-US" sz="2400" dirty="0">
                <a:solidFill>
                  <a:sysClr val="windowText" lastClr="000000"/>
                </a:solidFill>
                <a:latin typeface="游ゴシック" panose="020B0400000000000000" pitchFamily="50" charset="-128"/>
                <a:ea typeface="游ゴシック" panose="020B0400000000000000" pitchFamily="50" charset="-128"/>
              </a:rPr>
              <a:t>かしなんですけど</a:t>
            </a:r>
            <a:endParaRPr lang="en-US" altLang="ja-JP" sz="2400" dirty="0">
              <a:solidFill>
                <a:sysClr val="windowText" lastClr="000000"/>
              </a:solidFill>
              <a:latin typeface="游ゴシック" panose="020B0400000000000000" pitchFamily="50" charset="-128"/>
              <a:ea typeface="游ゴシック" panose="020B0400000000000000" pitchFamily="50" charset="-128"/>
            </a:endParaRPr>
          </a:p>
          <a:p>
            <a:endParaRPr lang="en-US" altLang="ja-JP" sz="2000" dirty="0">
              <a:solidFill>
                <a:sysClr val="windowText" lastClr="000000"/>
              </a:solidFill>
              <a:latin typeface="游ゴシック" panose="020B0400000000000000" pitchFamily="50" charset="-128"/>
              <a:ea typeface="游ゴシック" panose="020B0400000000000000" pitchFamily="50" charset="-128"/>
            </a:endParaRPr>
          </a:p>
          <a:p>
            <a:r>
              <a:rPr lang="ja-JP" altLang="en-US" sz="2400" dirty="0">
                <a:solidFill>
                  <a:sysClr val="windowText" lastClr="000000"/>
                </a:solidFill>
                <a:latin typeface="游ゴシック" panose="020B0400000000000000" pitchFamily="50" charset="-128"/>
                <a:ea typeface="游ゴシック" panose="020B0400000000000000" pitchFamily="50" charset="-128"/>
              </a:rPr>
              <a:t>産まれてことですね</a:t>
            </a:r>
          </a:p>
        </p:txBody>
      </p:sp>
      <p:sp>
        <p:nvSpPr>
          <p:cNvPr id="23" name="四角形吹き出し 22"/>
          <p:cNvSpPr/>
          <p:nvPr/>
        </p:nvSpPr>
        <p:spPr>
          <a:xfrm>
            <a:off x="8832013" y="3525516"/>
            <a:ext cx="906593" cy="360000"/>
          </a:xfrm>
          <a:prstGeom prst="wedgeRectCallout">
            <a:avLst>
              <a:gd name="adj1" fmla="val 68161"/>
              <a:gd name="adj2" fmla="val 50275"/>
            </a:avLst>
          </a:prstGeom>
          <a:solidFill>
            <a:srgbClr val="B2E2EE"/>
          </a:solidFill>
          <a:ln/>
        </p:spPr>
        <p:style>
          <a:lnRef idx="1">
            <a:schemeClr val="accent1"/>
          </a:lnRef>
          <a:fillRef idx="2">
            <a:schemeClr val="accent1"/>
          </a:fillRef>
          <a:effectRef idx="1">
            <a:schemeClr val="accent1"/>
          </a:effectRef>
          <a:fontRef idx="minor">
            <a:schemeClr val="dk1"/>
          </a:fontRef>
        </p:style>
        <p:txBody>
          <a:bodyPr rtlCol="0" anchor="ctr"/>
          <a:lstStyle/>
          <a:p>
            <a:pPr algn="r"/>
            <a:r>
              <a:rPr lang="ja-JP" altLang="en-US" sz="2400" dirty="0">
                <a:latin typeface="游ゴシック" panose="020B0400000000000000" pitchFamily="50" charset="-128"/>
                <a:ea typeface="游ゴシック" panose="020B0400000000000000" pitchFamily="50" charset="-128"/>
              </a:rPr>
              <a:t>ええ</a:t>
            </a:r>
          </a:p>
        </p:txBody>
      </p:sp>
      <p:sp>
        <p:nvSpPr>
          <p:cNvPr id="24" name="四角形吹き出し 23"/>
          <p:cNvSpPr/>
          <p:nvPr/>
        </p:nvSpPr>
        <p:spPr>
          <a:xfrm>
            <a:off x="6825130" y="4241986"/>
            <a:ext cx="3118221" cy="360000"/>
          </a:xfrm>
          <a:prstGeom prst="wedgeRectCallout">
            <a:avLst>
              <a:gd name="adj1" fmla="val 58273"/>
              <a:gd name="adj2" fmla="val -39372"/>
            </a:avLst>
          </a:prstGeom>
          <a:solidFill>
            <a:srgbClr val="B2E2EE"/>
          </a:solidFill>
          <a:ln/>
        </p:spPr>
        <p:style>
          <a:lnRef idx="1">
            <a:schemeClr val="accent1"/>
          </a:lnRef>
          <a:fillRef idx="2">
            <a:schemeClr val="accent1"/>
          </a:fillRef>
          <a:effectRef idx="1">
            <a:schemeClr val="accent1"/>
          </a:effectRef>
          <a:fontRef idx="minor">
            <a:schemeClr val="dk1"/>
          </a:fontRef>
        </p:style>
        <p:txBody>
          <a:bodyPr rtlCol="0" anchor="ctr"/>
          <a:lstStyle/>
          <a:p>
            <a:pPr algn="r"/>
            <a:r>
              <a:rPr lang="ja-JP" altLang="en-US" sz="2400" dirty="0">
                <a:latin typeface="游ゴシック" panose="020B0400000000000000" pitchFamily="50" charset="-128"/>
                <a:ea typeface="游ゴシック" panose="020B0400000000000000" pitchFamily="50" charset="-128"/>
              </a:rPr>
              <a:t>あー そうですか はい</a:t>
            </a:r>
          </a:p>
        </p:txBody>
      </p:sp>
      <p:pic>
        <p:nvPicPr>
          <p:cNvPr id="20" name="Picture 2" descr="歩くおじいさんのイラス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76358" y="2242074"/>
            <a:ext cx="2771775" cy="4000501"/>
          </a:xfrm>
          <a:prstGeom prst="rect">
            <a:avLst/>
          </a:prstGeom>
          <a:noFill/>
          <a:extLst>
            <a:ext uri="{909E8E84-426E-40DD-AFC4-6F175D3DCCD1}">
              <a14:hiddenFill xmlns:a14="http://schemas.microsoft.com/office/drawing/2010/main">
                <a:solidFill>
                  <a:srgbClr val="FFFFFF"/>
                </a:solidFill>
              </a14:hiddenFill>
            </a:ext>
          </a:extLst>
        </p:spPr>
      </p:pic>
      <p:sp>
        <p:nvSpPr>
          <p:cNvPr id="21" name="四角形吹き出し 20"/>
          <p:cNvSpPr/>
          <p:nvPr/>
        </p:nvSpPr>
        <p:spPr>
          <a:xfrm>
            <a:off x="8230149" y="4888106"/>
            <a:ext cx="1520410" cy="360000"/>
          </a:xfrm>
          <a:prstGeom prst="wedgeRectCallout">
            <a:avLst>
              <a:gd name="adj1" fmla="val 58273"/>
              <a:gd name="adj2" fmla="val -39372"/>
            </a:avLst>
          </a:prstGeom>
          <a:solidFill>
            <a:srgbClr val="B2E2EE"/>
          </a:solidFill>
          <a:ln/>
        </p:spPr>
        <p:style>
          <a:lnRef idx="1">
            <a:schemeClr val="accent1"/>
          </a:lnRef>
          <a:fillRef idx="2">
            <a:schemeClr val="accent1"/>
          </a:fillRef>
          <a:effectRef idx="1">
            <a:schemeClr val="accent1"/>
          </a:effectRef>
          <a:fontRef idx="minor">
            <a:schemeClr val="dk1"/>
          </a:fontRef>
        </p:style>
        <p:txBody>
          <a:bodyPr rtlCol="0" anchor="ctr"/>
          <a:lstStyle/>
          <a:p>
            <a:pPr algn="r"/>
            <a:r>
              <a:rPr lang="ja-JP" altLang="en-US" sz="2400" dirty="0">
                <a:latin typeface="游ゴシック" panose="020B0400000000000000" pitchFamily="50" charset="-128"/>
                <a:ea typeface="游ゴシック" panose="020B0400000000000000" pitchFamily="50" charset="-128"/>
              </a:rPr>
              <a:t>あー はい</a:t>
            </a:r>
          </a:p>
        </p:txBody>
      </p:sp>
    </p:spTree>
    <p:extLst>
      <p:ext uri="{BB962C8B-B14F-4D97-AF65-F5344CB8AC3E}">
        <p14:creationId xmlns:p14="http://schemas.microsoft.com/office/powerpoint/2010/main" val="3539720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person standing at a podium with a computer&#10;&#10;AI-generated content may be incorrect.">
            <a:extLst>
              <a:ext uri="{FF2B5EF4-FFF2-40B4-BE49-F238E27FC236}">
                <a16:creationId xmlns:a16="http://schemas.microsoft.com/office/drawing/2014/main" id="{32DB8C8C-C7A5-03B6-CCF4-B14E061F22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785" y="2868817"/>
            <a:ext cx="3711845" cy="3146999"/>
          </a:xfrm>
          <a:prstGeom prst="rect">
            <a:avLst/>
          </a:prstGeom>
        </p:spPr>
      </p:pic>
      <p:sp>
        <p:nvSpPr>
          <p:cNvPr id="4" name="Slide Number Placeholder 3">
            <a:extLst>
              <a:ext uri="{FF2B5EF4-FFF2-40B4-BE49-F238E27FC236}">
                <a16:creationId xmlns:a16="http://schemas.microsoft.com/office/drawing/2014/main" id="{4D63A94A-7F6E-9726-E78A-C0E2142560A9}"/>
              </a:ext>
            </a:extLst>
          </p:cNvPr>
          <p:cNvSpPr>
            <a:spLocks noGrp="1"/>
          </p:cNvSpPr>
          <p:nvPr>
            <p:ph type="sldNum" sz="quarter" idx="12"/>
          </p:nvPr>
        </p:nvSpPr>
        <p:spPr/>
        <p:txBody>
          <a:bodyPr/>
          <a:lstStyle/>
          <a:p>
            <a:fld id="{CEE1AEBB-C026-4E27-8FB4-EBF6BECAC5B3}" type="slidenum">
              <a:rPr kumimoji="1" lang="ja-JP" altLang="en-US" smtClean="0"/>
              <a:t>9</a:t>
            </a:fld>
            <a:endParaRPr kumimoji="1" lang="ja-JP" altLang="en-US"/>
          </a:p>
        </p:txBody>
      </p:sp>
    </p:spTree>
    <p:extLst>
      <p:ext uri="{BB962C8B-B14F-4D97-AF65-F5344CB8AC3E}">
        <p14:creationId xmlns:p14="http://schemas.microsoft.com/office/powerpoint/2010/main" val="3295564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FC427-86CC-54D2-EFDE-9FA0374768EB}"/>
              </a:ext>
            </a:extLst>
          </p:cNvPr>
          <p:cNvSpPr>
            <a:spLocks noGrp="1"/>
          </p:cNvSpPr>
          <p:nvPr>
            <p:ph type="title"/>
          </p:nvPr>
        </p:nvSpPr>
        <p:spPr/>
        <p:txBody>
          <a:bodyPr>
            <a:normAutofit/>
          </a:bodyPr>
          <a:lstStyle/>
          <a:p>
            <a:endParaRPr kumimoji="1" lang="ja-JP" altLang="en-US"/>
          </a:p>
        </p:txBody>
      </p:sp>
      <p:sp>
        <p:nvSpPr>
          <p:cNvPr id="3" name="Slide Number Placeholder 2">
            <a:extLst>
              <a:ext uri="{FF2B5EF4-FFF2-40B4-BE49-F238E27FC236}">
                <a16:creationId xmlns:a16="http://schemas.microsoft.com/office/drawing/2014/main" id="{74E99825-0A3B-16E9-60B8-929E7CD9D206}"/>
              </a:ext>
            </a:extLst>
          </p:cNvPr>
          <p:cNvSpPr>
            <a:spLocks noGrp="1"/>
          </p:cNvSpPr>
          <p:nvPr>
            <p:ph type="sldNum" sz="quarter" idx="12"/>
          </p:nvPr>
        </p:nvSpPr>
        <p:spPr/>
        <p:txBody>
          <a:bodyPr/>
          <a:lstStyle/>
          <a:p>
            <a:fld id="{CEE1AEBB-C026-4E27-8FB4-EBF6BECAC5B3}" type="slidenum">
              <a:rPr kumimoji="1" lang="ja-JP" altLang="en-US" smtClean="0"/>
              <a:t>10</a:t>
            </a:fld>
            <a:endParaRPr kumimoji="1" lang="ja-JP" altLang="en-US"/>
          </a:p>
        </p:txBody>
      </p:sp>
      <p:sp>
        <p:nvSpPr>
          <p:cNvPr id="4" name="Content Placeholder 3">
            <a:extLst>
              <a:ext uri="{FF2B5EF4-FFF2-40B4-BE49-F238E27FC236}">
                <a16:creationId xmlns:a16="http://schemas.microsoft.com/office/drawing/2014/main" id="{51E438E1-159D-2C15-9570-D3E7AE4B96E2}"/>
              </a:ext>
            </a:extLst>
          </p:cNvPr>
          <p:cNvSpPr>
            <a:spLocks noGrp="1"/>
          </p:cNvSpPr>
          <p:nvPr>
            <p:ph idx="1"/>
          </p:nvPr>
        </p:nvSpPr>
        <p:spPr/>
        <p:txBody>
          <a:bodyPr/>
          <a:lstStyle/>
          <a:p>
            <a:endParaRPr kumimoji="1" lang="ja-JP" altLang="en-US"/>
          </a:p>
        </p:txBody>
      </p:sp>
      <p:sp>
        <p:nvSpPr>
          <p:cNvPr id="5" name="TextBox 4">
            <a:extLst>
              <a:ext uri="{FF2B5EF4-FFF2-40B4-BE49-F238E27FC236}">
                <a16:creationId xmlns:a16="http://schemas.microsoft.com/office/drawing/2014/main" id="{D19337E4-DD0F-B7DB-C6CC-52BAD4C25F93}"/>
              </a:ext>
            </a:extLst>
          </p:cNvPr>
          <p:cNvSpPr txBox="1"/>
          <p:nvPr/>
        </p:nvSpPr>
        <p:spPr>
          <a:xfrm>
            <a:off x="516364" y="1479817"/>
            <a:ext cx="4828032" cy="1477328"/>
          </a:xfrm>
          <a:prstGeom prst="rect">
            <a:avLst/>
          </a:prstGeom>
          <a:solidFill>
            <a:schemeClr val="tx1"/>
          </a:solidFill>
          <a:ln>
            <a:noFill/>
          </a:ln>
        </p:spPr>
        <p:txBody>
          <a:bodyPr wrap="square" rtlCol="0" anchor="t">
            <a:spAutoFit/>
          </a:bodyPr>
          <a:lstStyle/>
          <a:p>
            <a:r>
              <a:rPr kumimoji="1" lang="ja-JP" altLang="en-US">
                <a:solidFill>
                  <a:schemeClr val="bg1"/>
                </a:solidFill>
                <a:latin typeface="MS Gothic" panose="020B0609070205080204" pitchFamily="49" charset="-128"/>
                <a:ea typeface="MS Gothic" panose="020B0609070205080204" pitchFamily="49" charset="-128"/>
              </a:rPr>
              <a:t>で朝は通勤時だということで郊外あるいはマンハッタン市内からその中心部オフィス街へ向かう様々な地下鉄様々なといいますと実はエービーシーディーイーとか１２３４５というふうにですね</a:t>
            </a:r>
          </a:p>
        </p:txBody>
      </p:sp>
      <p:sp>
        <p:nvSpPr>
          <p:cNvPr id="6" name="TextBox 5">
            <a:extLst>
              <a:ext uri="{FF2B5EF4-FFF2-40B4-BE49-F238E27FC236}">
                <a16:creationId xmlns:a16="http://schemas.microsoft.com/office/drawing/2014/main" id="{DD02BA04-9EB4-1258-E87F-1C0FEBF9DBFA}"/>
              </a:ext>
            </a:extLst>
          </p:cNvPr>
          <p:cNvSpPr txBox="1"/>
          <p:nvPr/>
        </p:nvSpPr>
        <p:spPr>
          <a:xfrm>
            <a:off x="516364" y="3429000"/>
            <a:ext cx="4828032" cy="1477328"/>
          </a:xfrm>
          <a:prstGeom prst="rect">
            <a:avLst/>
          </a:prstGeom>
          <a:solidFill>
            <a:schemeClr val="tx1"/>
          </a:solidFill>
          <a:ln>
            <a:noFill/>
          </a:ln>
        </p:spPr>
        <p:txBody>
          <a:bodyPr wrap="square" rtlCol="0" anchor="t">
            <a:spAutoFit/>
          </a:bodyPr>
          <a:lstStyle/>
          <a:p>
            <a:r>
              <a:rPr kumimoji="1" lang="ja-JP" altLang="en-US">
                <a:solidFill>
                  <a:schemeClr val="bg1"/>
                </a:solidFill>
                <a:latin typeface="MS Gothic" panose="020B0609070205080204" pitchFamily="49" charset="-128"/>
                <a:ea typeface="MS Gothic" panose="020B0609070205080204" pitchFamily="49" charset="-128"/>
              </a:rPr>
              <a:t>例えば環境の問題あるいは人口の問題エイズの問題などなど地球規模の問題たくさん生じておりますが残念ながらこれらの問題は二十一世紀にも継続しあるいは悲観的な見方をすればさらに悪くなるという風に思われます</a:t>
            </a:r>
          </a:p>
        </p:txBody>
      </p:sp>
      <p:sp>
        <p:nvSpPr>
          <p:cNvPr id="7" name="TextBox 6">
            <a:extLst>
              <a:ext uri="{FF2B5EF4-FFF2-40B4-BE49-F238E27FC236}">
                <a16:creationId xmlns:a16="http://schemas.microsoft.com/office/drawing/2014/main" id="{B9BADC28-C552-F514-31FF-08CD69DC261B}"/>
              </a:ext>
            </a:extLst>
          </p:cNvPr>
          <p:cNvSpPr txBox="1"/>
          <p:nvPr/>
        </p:nvSpPr>
        <p:spPr>
          <a:xfrm>
            <a:off x="6096000" y="3429000"/>
            <a:ext cx="4828032" cy="2308324"/>
          </a:xfrm>
          <a:prstGeom prst="rect">
            <a:avLst/>
          </a:prstGeom>
          <a:solidFill>
            <a:schemeClr val="tx1"/>
          </a:solidFill>
          <a:ln>
            <a:noFill/>
          </a:ln>
        </p:spPr>
        <p:txBody>
          <a:bodyPr wrap="square" rtlCol="0" anchor="t">
            <a:spAutoFit/>
          </a:bodyPr>
          <a:lstStyle/>
          <a:p>
            <a:r>
              <a:rPr kumimoji="1" lang="ja-JP" altLang="en-US">
                <a:solidFill>
                  <a:schemeClr val="bg1"/>
                </a:solidFill>
                <a:latin typeface="MS Gothic" panose="020B0609070205080204" pitchFamily="49" charset="-128"/>
                <a:ea typeface="MS Gothic" panose="020B0609070205080204" pitchFamily="49" charset="-128"/>
              </a:rPr>
              <a:t>例えば環境の問題</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あるいは人口の問題</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エイズの問題などなど</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地球規模の問題たくさん生じておりますが</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残念ながらこれらの問題は</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二十一世紀にも継続し</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あるいは悲観的な見方をすれば</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さらに悪くなるという風に思われます</a:t>
            </a:r>
          </a:p>
        </p:txBody>
      </p:sp>
      <p:sp>
        <p:nvSpPr>
          <p:cNvPr id="8" name="TextBox 7">
            <a:extLst>
              <a:ext uri="{FF2B5EF4-FFF2-40B4-BE49-F238E27FC236}">
                <a16:creationId xmlns:a16="http://schemas.microsoft.com/office/drawing/2014/main" id="{FBB3D838-0814-B448-D694-8C68A785788D}"/>
              </a:ext>
            </a:extLst>
          </p:cNvPr>
          <p:cNvSpPr txBox="1"/>
          <p:nvPr/>
        </p:nvSpPr>
        <p:spPr>
          <a:xfrm>
            <a:off x="6096000" y="1479817"/>
            <a:ext cx="4828032" cy="1754326"/>
          </a:xfrm>
          <a:prstGeom prst="rect">
            <a:avLst/>
          </a:prstGeom>
          <a:solidFill>
            <a:schemeClr val="tx1"/>
          </a:solidFill>
          <a:ln>
            <a:noFill/>
          </a:ln>
        </p:spPr>
        <p:txBody>
          <a:bodyPr wrap="square" rtlCol="0" anchor="t">
            <a:spAutoFit/>
          </a:bodyPr>
          <a:lstStyle/>
          <a:p>
            <a:r>
              <a:rPr kumimoji="1" lang="ja-JP" altLang="en-US">
                <a:solidFill>
                  <a:schemeClr val="bg1"/>
                </a:solidFill>
                <a:latin typeface="MS Gothic" panose="020B0609070205080204" pitchFamily="49" charset="-128"/>
                <a:ea typeface="MS Gothic" panose="020B0609070205080204" pitchFamily="49" charset="-128"/>
              </a:rPr>
              <a:t>で、朝は、通勤時だということで、</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郊外あるいはマンハッタン市内から</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その中心部オフィス街へ向かう</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様々な地下鉄、様々なといいますと、実は、エービーシーディーイーとか</a:t>
            </a:r>
            <a:endParaRPr kumimoji="1" lang="en-US" altLang="ja-JP">
              <a:solidFill>
                <a:schemeClr val="bg1"/>
              </a:solidFill>
              <a:latin typeface="MS Gothic" panose="020B0609070205080204" pitchFamily="49" charset="-128"/>
              <a:ea typeface="MS Gothic" panose="020B0609070205080204" pitchFamily="49" charset="-128"/>
            </a:endParaRPr>
          </a:p>
          <a:p>
            <a:r>
              <a:rPr kumimoji="1" lang="ja-JP" altLang="en-US">
                <a:solidFill>
                  <a:schemeClr val="bg1"/>
                </a:solidFill>
                <a:latin typeface="MS Gothic" panose="020B0609070205080204" pitchFamily="49" charset="-128"/>
                <a:ea typeface="MS Gothic" panose="020B0609070205080204" pitchFamily="49" charset="-128"/>
              </a:rPr>
              <a:t>１２３４５というふうにですね</a:t>
            </a:r>
          </a:p>
        </p:txBody>
      </p:sp>
    </p:spTree>
    <p:extLst>
      <p:ext uri="{BB962C8B-B14F-4D97-AF65-F5344CB8AC3E}">
        <p14:creationId xmlns:p14="http://schemas.microsoft.com/office/powerpoint/2010/main" val="3619627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4BBE08-EC46-CBE5-06B4-5FBAE50135C9}"/>
              </a:ext>
            </a:extLst>
          </p:cNvPr>
          <p:cNvSpPr>
            <a:spLocks noGrp="1"/>
          </p:cNvSpPr>
          <p:nvPr>
            <p:ph type="sldNum" sz="quarter" idx="12"/>
          </p:nvPr>
        </p:nvSpPr>
        <p:spPr/>
        <p:txBody>
          <a:bodyPr/>
          <a:lstStyle/>
          <a:p>
            <a:fld id="{CEE1AEBB-C026-4E27-8FB4-EBF6BECAC5B3}" type="slidenum">
              <a:rPr kumimoji="1" lang="ja-JP" altLang="en-US" smtClean="0"/>
              <a:t>11</a:t>
            </a:fld>
            <a:endParaRPr kumimoji="1" lang="ja-JP" altLang="en-US"/>
          </a:p>
        </p:txBody>
      </p:sp>
      <p:pic>
        <p:nvPicPr>
          <p:cNvPr id="5" name="図 8" descr="グラフィカル ユーザー インターフェイス&#10;&#10;自動的に生成された説明">
            <a:extLst>
              <a:ext uri="{FF2B5EF4-FFF2-40B4-BE49-F238E27FC236}">
                <a16:creationId xmlns:a16="http://schemas.microsoft.com/office/drawing/2014/main" id="{243BB6D4-67EE-5B4A-BB18-836722432FB5}"/>
              </a:ext>
            </a:extLst>
          </p:cNvPr>
          <p:cNvPicPr>
            <a:picLocks noChangeAspect="1"/>
          </p:cNvPicPr>
          <p:nvPr/>
        </p:nvPicPr>
        <p:blipFill>
          <a:blip r:embed="rId3"/>
          <a:stretch>
            <a:fillRect/>
          </a:stretch>
        </p:blipFill>
        <p:spPr>
          <a:xfrm>
            <a:off x="1333500" y="714375"/>
            <a:ext cx="9525000" cy="5429250"/>
          </a:xfrm>
          <a:prstGeom prst="rect">
            <a:avLst/>
          </a:prstGeom>
        </p:spPr>
      </p:pic>
    </p:spTree>
    <p:extLst>
      <p:ext uri="{BB962C8B-B14F-4D97-AF65-F5344CB8AC3E}">
        <p14:creationId xmlns:p14="http://schemas.microsoft.com/office/powerpoint/2010/main" val="180405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C61DECBE-702B-DF57-FD97-46291014E009}"/>
              </a:ext>
            </a:extLst>
          </p:cNvPr>
          <p:cNvSpPr txBox="1"/>
          <p:nvPr/>
        </p:nvSpPr>
        <p:spPr>
          <a:xfrm>
            <a:off x="6311157" y="1478444"/>
            <a:ext cx="4828032" cy="1200329"/>
          </a:xfrm>
          <a:prstGeom prst="rect">
            <a:avLst/>
          </a:prstGeom>
          <a:solidFill>
            <a:schemeClr val="tx1"/>
          </a:solidFill>
          <a:ln>
            <a:noFill/>
          </a:ln>
        </p:spPr>
        <p:txBody>
          <a:bodyPr wrap="square" rtlCol="0" anchor="t">
            <a:spAutoFit/>
          </a:bodyPr>
          <a:lstStyle/>
          <a:p>
            <a:r>
              <a:rPr kumimoji="1" lang="ja-JP" altLang="en-US" sz="1800">
                <a:solidFill>
                  <a:schemeClr val="bg1"/>
                </a:solidFill>
                <a:latin typeface="MS Gothic" panose="020B0609070205080204" pitchFamily="49" charset="-128"/>
                <a:ea typeface="MS Gothic" panose="020B0609070205080204" pitchFamily="49" charset="-128"/>
              </a:rPr>
              <a:t>冬のスポーツといえばやっぱり</a:t>
            </a:r>
            <a:endParaRPr kumimoji="1" lang="en-US" altLang="ja-JP" sz="1800">
              <a:solidFill>
                <a:schemeClr val="bg1"/>
              </a:solidFill>
              <a:latin typeface="MS Gothic" panose="020B0609070205080204" pitchFamily="49" charset="-128"/>
              <a:ea typeface="MS Gothic" panose="020B0609070205080204" pitchFamily="49" charset="-128"/>
            </a:endParaRPr>
          </a:p>
          <a:p>
            <a:r>
              <a:rPr lang="ja-JP" altLang="en-US" sz="1800">
                <a:solidFill>
                  <a:schemeClr val="bg1"/>
                </a:solidFill>
                <a:latin typeface="MS Gothic" panose="020B0609070205080204" pitchFamily="49" charset="-128"/>
                <a:ea typeface="MS Gothic" panose="020B0609070205080204" pitchFamily="49" charset="-128"/>
              </a:rPr>
              <a:t>スキーとスノーボードは欠かせませんね</a:t>
            </a:r>
            <a:endParaRPr lang="en-US" altLang="ja-JP" sz="1800">
              <a:solidFill>
                <a:schemeClr val="bg1"/>
              </a:solidFill>
              <a:latin typeface="MS Gothic" panose="020B0609070205080204" pitchFamily="49" charset="-128"/>
              <a:ea typeface="MS Gothic" panose="020B0609070205080204" pitchFamily="49" charset="-128"/>
            </a:endParaRPr>
          </a:p>
          <a:p>
            <a:r>
              <a:rPr kumimoji="1" lang="ja-JP" altLang="en-US" sz="1800">
                <a:solidFill>
                  <a:schemeClr val="bg1"/>
                </a:solidFill>
                <a:latin typeface="MS Gothic" panose="020B0609070205080204" pitchFamily="49" charset="-128"/>
                <a:ea typeface="MS Gothic" panose="020B0609070205080204" pitchFamily="49" charset="-128"/>
              </a:rPr>
              <a:t>私も先月</a:t>
            </a:r>
            <a:endParaRPr kumimoji="1" lang="en-US" altLang="ja-JP" sz="1800">
              <a:solidFill>
                <a:schemeClr val="bg1"/>
              </a:solidFill>
              <a:latin typeface="MS Gothic" panose="020B0609070205080204" pitchFamily="49" charset="-128"/>
              <a:ea typeface="MS Gothic" panose="020B0609070205080204" pitchFamily="49" charset="-128"/>
            </a:endParaRPr>
          </a:p>
          <a:p>
            <a:r>
              <a:rPr kumimoji="1" lang="ja-JP" altLang="en-US" sz="1800">
                <a:solidFill>
                  <a:schemeClr val="bg1"/>
                </a:solidFill>
                <a:latin typeface="MS Gothic" panose="020B0609070205080204" pitchFamily="49" charset="-128"/>
                <a:ea typeface="MS Gothic" panose="020B0609070205080204" pitchFamily="49" charset="-128"/>
              </a:rPr>
              <a:t>家の近くのスキー場で滑ってきましたよ</a:t>
            </a:r>
            <a:endParaRPr kumimoji="1" lang="en-US" altLang="ja-JP" sz="1800">
              <a:solidFill>
                <a:schemeClr val="bg1"/>
              </a:solidFill>
              <a:latin typeface="MS Gothic" panose="020B0609070205080204" pitchFamily="49" charset="-128"/>
              <a:ea typeface="MS Gothic" panose="020B0609070205080204" pitchFamily="49" charset="-128"/>
            </a:endParaRPr>
          </a:p>
        </p:txBody>
      </p:sp>
      <p:sp>
        <p:nvSpPr>
          <p:cNvPr id="31" name="TextBox 30">
            <a:extLst>
              <a:ext uri="{FF2B5EF4-FFF2-40B4-BE49-F238E27FC236}">
                <a16:creationId xmlns:a16="http://schemas.microsoft.com/office/drawing/2014/main" id="{866DD264-1E5C-0211-2ED8-D9D0E81BFEFA}"/>
              </a:ext>
            </a:extLst>
          </p:cNvPr>
          <p:cNvSpPr txBox="1"/>
          <p:nvPr/>
        </p:nvSpPr>
        <p:spPr>
          <a:xfrm>
            <a:off x="6311157" y="3423856"/>
            <a:ext cx="4828032" cy="923330"/>
          </a:xfrm>
          <a:prstGeom prst="rect">
            <a:avLst/>
          </a:prstGeom>
          <a:solidFill>
            <a:schemeClr val="tx1"/>
          </a:solidFill>
          <a:ln>
            <a:noFill/>
          </a:ln>
        </p:spPr>
        <p:txBody>
          <a:bodyPr wrap="square" rtlCol="0" anchor="t">
            <a:spAutoFit/>
          </a:bodyPr>
          <a:lstStyle/>
          <a:p>
            <a:r>
              <a:rPr kumimoji="1" lang="ja-JP" altLang="en-US" sz="1800">
                <a:solidFill>
                  <a:schemeClr val="bg1"/>
                </a:solidFill>
                <a:latin typeface="MS Gothic" panose="020B0609070205080204" pitchFamily="49" charset="-128"/>
                <a:ea typeface="MS Gothic" panose="020B0609070205080204" pitchFamily="49" charset="-128"/>
              </a:rPr>
              <a:t>冬のスポーツといえばやっぱり</a:t>
            </a:r>
            <a:endParaRPr kumimoji="1" lang="en-US" altLang="ja-JP" sz="1800">
              <a:solidFill>
                <a:schemeClr val="bg1"/>
              </a:solidFill>
              <a:latin typeface="MS Gothic" panose="020B0609070205080204" pitchFamily="49" charset="-128"/>
              <a:ea typeface="MS Gothic" panose="020B0609070205080204" pitchFamily="49" charset="-128"/>
            </a:endParaRPr>
          </a:p>
          <a:p>
            <a:r>
              <a:rPr lang="ja-JP" altLang="en-US" sz="1800">
                <a:solidFill>
                  <a:schemeClr val="bg1"/>
                </a:solidFill>
                <a:latin typeface="MS Gothic" panose="020B0609070205080204" pitchFamily="49" charset="-128"/>
                <a:ea typeface="MS Gothic" panose="020B0609070205080204" pitchFamily="49" charset="-128"/>
              </a:rPr>
              <a:t>スキーとスノーボードは欠かせませんね</a:t>
            </a:r>
            <a:endParaRPr kumimoji="1" lang="en-US" altLang="ja-JP" sz="1800">
              <a:solidFill>
                <a:schemeClr val="bg1"/>
              </a:solidFill>
              <a:latin typeface="MS Gothic" panose="020B0609070205080204" pitchFamily="49" charset="-128"/>
              <a:ea typeface="MS Gothic" panose="020B0609070205080204" pitchFamily="49" charset="-128"/>
            </a:endParaRPr>
          </a:p>
          <a:p>
            <a:r>
              <a:rPr kumimoji="1" lang="ja-JP" altLang="en-US" sz="1800">
                <a:solidFill>
                  <a:schemeClr val="bg1"/>
                </a:solidFill>
                <a:latin typeface="MS Gothic" panose="020B0609070205080204" pitchFamily="49" charset="-128"/>
                <a:ea typeface="MS Gothic" panose="020B0609070205080204" pitchFamily="49" charset="-128"/>
              </a:rPr>
              <a:t>先月近所のスキー場で滑ってきました</a:t>
            </a:r>
            <a:endParaRPr kumimoji="1" lang="en-US" altLang="ja-JP" sz="1800">
              <a:solidFill>
                <a:schemeClr val="bg1"/>
              </a:solidFill>
              <a:latin typeface="MS Gothic" panose="020B0609070205080204" pitchFamily="49" charset="-128"/>
              <a:ea typeface="MS Gothic" panose="020B0609070205080204" pitchFamily="49" charset="-128"/>
            </a:endParaRPr>
          </a:p>
        </p:txBody>
      </p:sp>
      <p:cxnSp>
        <p:nvCxnSpPr>
          <p:cNvPr id="28" name="直線コネクタ 19">
            <a:extLst>
              <a:ext uri="{FF2B5EF4-FFF2-40B4-BE49-F238E27FC236}">
                <a16:creationId xmlns:a16="http://schemas.microsoft.com/office/drawing/2014/main" id="{2BD07F63-55A3-7726-DEBE-C2B65BA4ECFD}"/>
              </a:ext>
            </a:extLst>
          </p:cNvPr>
          <p:cNvCxnSpPr>
            <a:cxnSpLocks/>
          </p:cNvCxnSpPr>
          <p:nvPr/>
        </p:nvCxnSpPr>
        <p:spPr>
          <a:xfrm>
            <a:off x="6375555" y="2639436"/>
            <a:ext cx="4140000" cy="0"/>
          </a:xfrm>
          <a:prstGeom prst="line">
            <a:avLst/>
          </a:prstGeom>
          <a:noFill/>
          <a:ln w="38100">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29" name="直線コネクタ 21">
            <a:extLst>
              <a:ext uri="{FF2B5EF4-FFF2-40B4-BE49-F238E27FC236}">
                <a16:creationId xmlns:a16="http://schemas.microsoft.com/office/drawing/2014/main" id="{E53E5780-C0AF-7581-67D0-789A6848C80B}"/>
              </a:ext>
            </a:extLst>
          </p:cNvPr>
          <p:cNvCxnSpPr>
            <a:cxnSpLocks/>
          </p:cNvCxnSpPr>
          <p:nvPr/>
        </p:nvCxnSpPr>
        <p:spPr>
          <a:xfrm>
            <a:off x="6375555" y="2342175"/>
            <a:ext cx="981155" cy="0"/>
          </a:xfrm>
          <a:prstGeom prst="line">
            <a:avLst/>
          </a:prstGeom>
          <a:noFill/>
          <a:ln w="38100">
            <a:solidFill>
              <a:srgbClr val="FFFF00"/>
            </a:solidFill>
          </a:ln>
        </p:spPr>
        <p:style>
          <a:lnRef idx="2">
            <a:schemeClr val="accent1"/>
          </a:lnRef>
          <a:fillRef idx="0">
            <a:schemeClr val="accent1"/>
          </a:fillRef>
          <a:effectRef idx="1">
            <a:schemeClr val="accent1"/>
          </a:effectRef>
          <a:fontRef idx="minor">
            <a:schemeClr val="tx1"/>
          </a:fontRef>
        </p:style>
      </p:cxnSp>
      <p:sp>
        <p:nvSpPr>
          <p:cNvPr id="32" name="Slide Number Placeholder 31">
            <a:extLst>
              <a:ext uri="{FF2B5EF4-FFF2-40B4-BE49-F238E27FC236}">
                <a16:creationId xmlns:a16="http://schemas.microsoft.com/office/drawing/2014/main" id="{6860BEF0-6D14-9BBD-09C6-A11F47D0211C}"/>
              </a:ext>
            </a:extLst>
          </p:cNvPr>
          <p:cNvSpPr>
            <a:spLocks noGrp="1"/>
          </p:cNvSpPr>
          <p:nvPr>
            <p:ph type="sldNum" sz="quarter" idx="12"/>
          </p:nvPr>
        </p:nvSpPr>
        <p:spPr/>
        <p:txBody>
          <a:bodyPr/>
          <a:lstStyle/>
          <a:p>
            <a:fld id="{CEE1AEBB-C026-4E27-8FB4-EBF6BECAC5B3}" type="slidenum">
              <a:rPr kumimoji="1" lang="ja-JP" altLang="en-US" smtClean="0"/>
              <a:t>12</a:t>
            </a:fld>
            <a:endParaRPr kumimoji="1" lang="ja-JP" altLang="en-US"/>
          </a:p>
        </p:txBody>
      </p:sp>
      <p:sp>
        <p:nvSpPr>
          <p:cNvPr id="33" name="Down Arrow 32">
            <a:extLst>
              <a:ext uri="{FF2B5EF4-FFF2-40B4-BE49-F238E27FC236}">
                <a16:creationId xmlns:a16="http://schemas.microsoft.com/office/drawing/2014/main" id="{23084F23-80FB-31C0-0C62-8121C90F8BCD}"/>
              </a:ext>
            </a:extLst>
          </p:cNvPr>
          <p:cNvSpPr/>
          <p:nvPr/>
        </p:nvSpPr>
        <p:spPr>
          <a:xfrm>
            <a:off x="6311157" y="2892011"/>
            <a:ext cx="733647" cy="34555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34" name="TextBox 33">
            <a:extLst>
              <a:ext uri="{FF2B5EF4-FFF2-40B4-BE49-F238E27FC236}">
                <a16:creationId xmlns:a16="http://schemas.microsoft.com/office/drawing/2014/main" id="{4599F456-AC30-7201-3AFF-2768649B6250}"/>
              </a:ext>
            </a:extLst>
          </p:cNvPr>
          <p:cNvSpPr txBox="1"/>
          <p:nvPr/>
        </p:nvSpPr>
        <p:spPr>
          <a:xfrm>
            <a:off x="7119656" y="2741624"/>
            <a:ext cx="4564060" cy="646331"/>
          </a:xfrm>
          <a:prstGeom prst="rect">
            <a:avLst/>
          </a:prstGeom>
          <a:noFill/>
        </p:spPr>
        <p:txBody>
          <a:bodyPr wrap="square" rtlCol="0" anchor="ctr">
            <a:spAutoFit/>
          </a:bodyPr>
          <a:lstStyle/>
          <a:p>
            <a:r>
              <a:rPr kumimoji="1" lang="ja-JP" altLang="en-US" b="1">
                <a:solidFill>
                  <a:schemeClr val="tx1">
                    <a:lumMod val="75000"/>
                    <a:lumOff val="25000"/>
                  </a:schemeClr>
                </a:solidFill>
              </a:rPr>
              <a:t>意味を保ったまま指定文字数以内に圧縮</a:t>
            </a:r>
            <a:endParaRPr kumimoji="1" lang="en-US" altLang="ja-JP" b="1">
              <a:solidFill>
                <a:schemeClr val="tx1">
                  <a:lumMod val="75000"/>
                  <a:lumOff val="25000"/>
                </a:schemeClr>
              </a:solidFill>
            </a:endParaRPr>
          </a:p>
          <a:p>
            <a:r>
              <a:rPr lang="ja-JP" altLang="en-US" b="1">
                <a:solidFill>
                  <a:schemeClr val="tx1">
                    <a:lumMod val="75000"/>
                    <a:lumOff val="25000"/>
                  </a:schemeClr>
                </a:solidFill>
              </a:rPr>
              <a:t>　　　　　　（ここでは</a:t>
            </a:r>
            <a:r>
              <a:rPr lang="en-US" altLang="ja-JP" b="1">
                <a:solidFill>
                  <a:schemeClr val="tx1">
                    <a:lumMod val="75000"/>
                    <a:lumOff val="25000"/>
                  </a:schemeClr>
                </a:solidFill>
              </a:rPr>
              <a:t>20</a:t>
            </a:r>
            <a:r>
              <a:rPr lang="ja-JP" altLang="en-US" b="1">
                <a:solidFill>
                  <a:schemeClr val="tx1">
                    <a:lumMod val="75000"/>
                    <a:lumOff val="25000"/>
                  </a:schemeClr>
                </a:solidFill>
              </a:rPr>
              <a:t>文字）</a:t>
            </a:r>
            <a:endParaRPr kumimoji="1" lang="ja-JP" altLang="en-US" b="1">
              <a:solidFill>
                <a:schemeClr val="tx1">
                  <a:lumMod val="75000"/>
                  <a:lumOff val="25000"/>
                </a:schemeClr>
              </a:solidFill>
            </a:endParaRPr>
          </a:p>
        </p:txBody>
      </p:sp>
      <p:cxnSp>
        <p:nvCxnSpPr>
          <p:cNvPr id="35" name="直線コネクタ 19">
            <a:extLst>
              <a:ext uri="{FF2B5EF4-FFF2-40B4-BE49-F238E27FC236}">
                <a16:creationId xmlns:a16="http://schemas.microsoft.com/office/drawing/2014/main" id="{B2150394-FE07-2178-8772-CD56A9C829F1}"/>
              </a:ext>
            </a:extLst>
          </p:cNvPr>
          <p:cNvCxnSpPr>
            <a:cxnSpLocks/>
          </p:cNvCxnSpPr>
          <p:nvPr/>
        </p:nvCxnSpPr>
        <p:spPr>
          <a:xfrm>
            <a:off x="6375555" y="4294021"/>
            <a:ext cx="4140000" cy="0"/>
          </a:xfrm>
          <a:prstGeom prst="line">
            <a:avLst/>
          </a:prstGeom>
          <a:noFill/>
          <a:ln w="38100">
            <a:solidFill>
              <a:srgbClr val="FFFF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6712704"/>
      </p:ext>
    </p:extLst>
  </p:cSld>
  <p:clrMapOvr>
    <a:masterClrMapping/>
  </p:clrMapOvr>
</p:sld>
</file>

<file path=ppt/theme/theme1.xml><?xml version="1.0" encoding="utf-8"?>
<a:theme xmlns:a="http://schemas.openxmlformats.org/drawingml/2006/main" name="blue_16-9">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游ゴシック&amp;SegoeUI">
      <a:majorFont>
        <a:latin typeface="Segoe UI Black"/>
        <a:ea typeface="游ゴシック Medium"/>
        <a:cs typeface=""/>
      </a:majorFont>
      <a:minorFont>
        <a:latin typeface="Segoe UI"/>
        <a:ea typeface="游ゴシック"/>
        <a:cs typeface=""/>
      </a:minorFont>
    </a:fontScheme>
    <a:fmtScheme name="淡い単色">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chor="ctr">
        <a:spAutoFit/>
      </a:bodyPr>
      <a:lstStyle>
        <a:defPPr algn="ctr">
          <a:defRPr kumimoji="1"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blue_16-9" id="{71B0FABF-B80E-5141-AB98-219D77961162}" vid="{4289494D-14A8-5249-8708-226ADF6528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
  <TotalTime>74</TotalTime>
  <Words>1408</Words>
  <Application>Microsoft Macintosh PowerPoint</Application>
  <PresentationFormat>Widescreen</PresentationFormat>
  <Paragraphs>177</Paragraphs>
  <Slides>13</Slides>
  <Notes>9</Notes>
  <HiddenSlides>6</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13</vt:i4>
      </vt:variant>
    </vt:vector>
  </HeadingPairs>
  <TitlesOfParts>
    <vt:vector size="29" baseType="lpstr">
      <vt:lpstr>Hiragino Sans W3</vt:lpstr>
      <vt:lpstr>メイリオ</vt:lpstr>
      <vt:lpstr>MS Gothic</vt:lpstr>
      <vt:lpstr>Tsukushi A Round Gothic Bold</vt:lpstr>
      <vt:lpstr>Tsukushi A Round Gothic Regular</vt:lpstr>
      <vt:lpstr>Yu Gothic</vt:lpstr>
      <vt:lpstr>Yu Gothic</vt:lpstr>
      <vt:lpstr>游ゴシック Medium</vt:lpstr>
      <vt:lpstr>Aptos</vt:lpstr>
      <vt:lpstr>Arial</vt:lpstr>
      <vt:lpstr>Arial Black</vt:lpstr>
      <vt:lpstr>Roboto</vt:lpstr>
      <vt:lpstr>Segoe UI</vt:lpstr>
      <vt:lpstr>Segoe UI Black</vt:lpstr>
      <vt:lpstr>Wingdings</vt:lpstr>
      <vt:lpstr>blue_16-9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村田　匡輝（豊田高専）</dc:creator>
  <cp:lastModifiedBy>村田 匡輝（豊田高専）</cp:lastModifiedBy>
  <cp:revision>39</cp:revision>
  <dcterms:created xsi:type="dcterms:W3CDTF">2025-03-05T07:48:41Z</dcterms:created>
  <dcterms:modified xsi:type="dcterms:W3CDTF">2026-05-17T15:39:53Z</dcterms:modified>
</cp:coreProperties>
</file>